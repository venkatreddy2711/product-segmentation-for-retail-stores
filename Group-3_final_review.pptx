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21"/>
  </p:notesMasterIdLst>
  <p:sldIdLst>
    <p:sldId id="256" r:id="rId2"/>
    <p:sldId id="278" r:id="rId3"/>
    <p:sldId id="259" r:id="rId4"/>
    <p:sldId id="260" r:id="rId5"/>
    <p:sldId id="295" r:id="rId6"/>
    <p:sldId id="266" r:id="rId7"/>
    <p:sldId id="296" r:id="rId8"/>
    <p:sldId id="310" r:id="rId9"/>
    <p:sldId id="299" r:id="rId10"/>
    <p:sldId id="300" r:id="rId11"/>
    <p:sldId id="301" r:id="rId12"/>
    <p:sldId id="270" r:id="rId13"/>
    <p:sldId id="297" r:id="rId14"/>
    <p:sldId id="302" r:id="rId15"/>
    <p:sldId id="304" r:id="rId16"/>
    <p:sldId id="303" r:id="rId17"/>
    <p:sldId id="306" r:id="rId18"/>
    <p:sldId id="309" r:id="rId19"/>
    <p:sldId id="258" r:id="rId2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Sitka Text" pitchFamily="2" charset="0"/>
      <p:regular r:id="rId26"/>
      <p:bold r:id="rId27"/>
      <p:italic r:id="rId28"/>
      <p:boldItalic r:id="rId29"/>
    </p:embeddedFont>
    <p:embeddedFont>
      <p:font typeface="Titillium Web" panose="00000500000000000000" pitchFamily="2" charset="0"/>
      <p:regular r:id="rId30"/>
      <p:bold r:id="rId31"/>
      <p:italic r:id="rId32"/>
      <p:boldItalic r:id="rId33"/>
    </p:embeddedFont>
    <p:embeddedFont>
      <p:font typeface="Titillium Web ExtraLight" panose="000003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EB44B9-4524-4C0D-8AF8-5427DF5A4584}">
  <a:tblStyle styleId="{65EB44B9-4524-4C0D-8AF8-5427DF5A45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96F2201-81D1-4D0E-8F2B-302A704BEF2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9447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9048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4458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5203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96525" y="817291"/>
            <a:ext cx="7729200" cy="20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  <a:defRPr sz="5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28550" y="2196764"/>
            <a:ext cx="9094048" cy="2946825"/>
            <a:chOff x="28544" y="3514688"/>
            <a:chExt cx="9094048" cy="1628800"/>
          </a:xfrm>
        </p:grpSpPr>
        <p:sp>
          <p:nvSpPr>
            <p:cNvPr id="13" name="Google Shape;13;p2"/>
            <p:cNvSpPr/>
            <p:nvPr/>
          </p:nvSpPr>
          <p:spPr>
            <a:xfrm>
              <a:off x="300032" y="4491616"/>
              <a:ext cx="228608" cy="651872"/>
            </a:xfrm>
            <a:custGeom>
              <a:avLst/>
              <a:gdLst/>
              <a:ahLst/>
              <a:cxnLst/>
              <a:rect l="l" t="t" r="r" b="b"/>
              <a:pathLst>
                <a:path w="7144" h="20371" extrusionOk="0">
                  <a:moveTo>
                    <a:pt x="0" y="0"/>
                  </a:moveTo>
                  <a:lnTo>
                    <a:pt x="0" y="20371"/>
                  </a:lnTo>
                  <a:lnTo>
                    <a:pt x="7144" y="20371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8544" y="4220160"/>
              <a:ext cx="228640" cy="923328"/>
            </a:xfrm>
            <a:custGeom>
              <a:avLst/>
              <a:gdLst/>
              <a:ahLst/>
              <a:cxnLst/>
              <a:rect l="l" t="t" r="r" b="b"/>
              <a:pathLst>
                <a:path w="7145" h="28854" extrusionOk="0">
                  <a:moveTo>
                    <a:pt x="1" y="0"/>
                  </a:moveTo>
                  <a:lnTo>
                    <a:pt x="1" y="28854"/>
                  </a:lnTo>
                  <a:lnTo>
                    <a:pt x="7145" y="28854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76832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53664" y="4120128"/>
              <a:ext cx="230400" cy="1023360"/>
            </a:xfrm>
            <a:custGeom>
              <a:avLst/>
              <a:gdLst/>
              <a:ahLst/>
              <a:cxnLst/>
              <a:rect l="l" t="t" r="r" b="b"/>
              <a:pathLst>
                <a:path w="7200" h="31980" extrusionOk="0">
                  <a:moveTo>
                    <a:pt x="0" y="1"/>
                  </a:moveTo>
                  <a:lnTo>
                    <a:pt x="0" y="31980"/>
                  </a:lnTo>
                  <a:lnTo>
                    <a:pt x="7200" y="3198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130496" y="4627328"/>
              <a:ext cx="230400" cy="516160"/>
            </a:xfrm>
            <a:custGeom>
              <a:avLst/>
              <a:gdLst/>
              <a:ahLst/>
              <a:cxnLst/>
              <a:rect l="l" t="t" r="r" b="b"/>
              <a:pathLst>
                <a:path w="7200" h="16130" extrusionOk="0">
                  <a:moveTo>
                    <a:pt x="0" y="1"/>
                  </a:moveTo>
                  <a:lnTo>
                    <a:pt x="0" y="16130"/>
                  </a:lnTo>
                  <a:lnTo>
                    <a:pt x="7200" y="1613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409088" y="3821888"/>
              <a:ext cx="228640" cy="1321600"/>
            </a:xfrm>
            <a:custGeom>
              <a:avLst/>
              <a:gdLst/>
              <a:ahLst/>
              <a:cxnLst/>
              <a:rect l="l" t="t" r="r" b="b"/>
              <a:pathLst>
                <a:path w="7145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144" y="41300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685920" y="4175488"/>
              <a:ext cx="230400" cy="968000"/>
            </a:xfrm>
            <a:custGeom>
              <a:avLst/>
              <a:gdLst/>
              <a:ahLst/>
              <a:cxnLst/>
              <a:rect l="l" t="t" r="r" b="b"/>
              <a:pathLst>
                <a:path w="7200" h="30250" extrusionOk="0">
                  <a:moveTo>
                    <a:pt x="0" y="1"/>
                  </a:moveTo>
                  <a:lnTo>
                    <a:pt x="0" y="30250"/>
                  </a:lnTo>
                  <a:lnTo>
                    <a:pt x="7200" y="3025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962720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239552" y="4355872"/>
              <a:ext cx="230400" cy="787616"/>
            </a:xfrm>
            <a:custGeom>
              <a:avLst/>
              <a:gdLst/>
              <a:ahLst/>
              <a:cxnLst/>
              <a:rect l="l" t="t" r="r" b="b"/>
              <a:pathLst>
                <a:path w="7200" h="24613" extrusionOk="0">
                  <a:moveTo>
                    <a:pt x="0" y="1"/>
                  </a:moveTo>
                  <a:lnTo>
                    <a:pt x="0" y="24613"/>
                  </a:lnTo>
                  <a:lnTo>
                    <a:pt x="7200" y="24613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516384" y="3821888"/>
              <a:ext cx="230400" cy="1321600"/>
            </a:xfrm>
            <a:custGeom>
              <a:avLst/>
              <a:gdLst/>
              <a:ahLst/>
              <a:cxnLst/>
              <a:rect l="l" t="t" r="r" b="b"/>
              <a:pathLst>
                <a:path w="7200" h="41300" extrusionOk="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794976" y="4175488"/>
              <a:ext cx="228640" cy="968000"/>
            </a:xfrm>
            <a:custGeom>
              <a:avLst/>
              <a:gdLst/>
              <a:ahLst/>
              <a:cxnLst/>
              <a:rect l="l" t="t" r="r" b="b"/>
              <a:pathLst>
                <a:path w="7145" h="30250" extrusionOk="0">
                  <a:moveTo>
                    <a:pt x="1" y="1"/>
                  </a:moveTo>
                  <a:lnTo>
                    <a:pt x="1" y="30250"/>
                  </a:lnTo>
                  <a:lnTo>
                    <a:pt x="7144" y="3025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071808" y="3659360"/>
              <a:ext cx="230400" cy="1484128"/>
            </a:xfrm>
            <a:custGeom>
              <a:avLst/>
              <a:gdLst/>
              <a:ahLst/>
              <a:cxnLst/>
              <a:rect l="l" t="t" r="r" b="b"/>
              <a:pathLst>
                <a:path w="7200" h="46379" extrusionOk="0">
                  <a:moveTo>
                    <a:pt x="0" y="1"/>
                  </a:moveTo>
                  <a:lnTo>
                    <a:pt x="0" y="46379"/>
                  </a:lnTo>
                  <a:lnTo>
                    <a:pt x="7200" y="46379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348608" y="3821888"/>
              <a:ext cx="230432" cy="1321600"/>
            </a:xfrm>
            <a:custGeom>
              <a:avLst/>
              <a:gdLst/>
              <a:ahLst/>
              <a:cxnLst/>
              <a:rect l="l" t="t" r="r" b="b"/>
              <a:pathLst>
                <a:path w="7201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625440" y="4220160"/>
              <a:ext cx="230400" cy="923328"/>
            </a:xfrm>
            <a:custGeom>
              <a:avLst/>
              <a:gdLst/>
              <a:ahLst/>
              <a:cxnLst/>
              <a:rect l="l" t="t" r="r" b="b"/>
              <a:pathLst>
                <a:path w="7200" h="28854" extrusionOk="0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904032" y="4491616"/>
              <a:ext cx="228640" cy="651872"/>
            </a:xfrm>
            <a:custGeom>
              <a:avLst/>
              <a:gdLst/>
              <a:ahLst/>
              <a:cxnLst/>
              <a:rect l="l" t="t" r="r" b="b"/>
              <a:pathLst>
                <a:path w="7145" h="20371" extrusionOk="0">
                  <a:moveTo>
                    <a:pt x="1" y="0"/>
                  </a:moveTo>
                  <a:lnTo>
                    <a:pt x="1" y="20371"/>
                  </a:lnTo>
                  <a:lnTo>
                    <a:pt x="7145" y="20371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180864" y="4284448"/>
              <a:ext cx="230432" cy="859040"/>
            </a:xfrm>
            <a:custGeom>
              <a:avLst/>
              <a:gdLst/>
              <a:ahLst/>
              <a:cxnLst/>
              <a:rect l="l" t="t" r="r" b="b"/>
              <a:pathLst>
                <a:path w="7201" h="26845" extrusionOk="0">
                  <a:moveTo>
                    <a:pt x="0" y="0"/>
                  </a:moveTo>
                  <a:lnTo>
                    <a:pt x="0" y="26845"/>
                  </a:lnTo>
                  <a:lnTo>
                    <a:pt x="7200" y="26845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457696" y="4004032"/>
              <a:ext cx="230400" cy="1139456"/>
            </a:xfrm>
            <a:custGeom>
              <a:avLst/>
              <a:gdLst/>
              <a:ahLst/>
              <a:cxnLst/>
              <a:rect l="l" t="t" r="r" b="b"/>
              <a:pathLst>
                <a:path w="7200" h="35608" extrusionOk="0">
                  <a:moveTo>
                    <a:pt x="0" y="1"/>
                  </a:moveTo>
                  <a:lnTo>
                    <a:pt x="0" y="35608"/>
                  </a:lnTo>
                  <a:lnTo>
                    <a:pt x="7200" y="35608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734496" y="3821888"/>
              <a:ext cx="230432" cy="1321600"/>
            </a:xfrm>
            <a:custGeom>
              <a:avLst/>
              <a:gdLst/>
              <a:ahLst/>
              <a:cxnLst/>
              <a:rect l="l" t="t" r="r" b="b"/>
              <a:pathLst>
                <a:path w="7201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011328" y="3514688"/>
              <a:ext cx="230400" cy="1628800"/>
            </a:xfrm>
            <a:custGeom>
              <a:avLst/>
              <a:gdLst/>
              <a:ahLst/>
              <a:cxnLst/>
              <a:rect l="l" t="t" r="r" b="b"/>
              <a:pathLst>
                <a:path w="7200" h="50900" extrusionOk="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289920" y="3939744"/>
              <a:ext cx="228640" cy="1203744"/>
            </a:xfrm>
            <a:custGeom>
              <a:avLst/>
              <a:gdLst/>
              <a:ahLst/>
              <a:cxnLst/>
              <a:rect l="l" t="t" r="r" b="b"/>
              <a:pathLst>
                <a:path w="7145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145" y="37617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566752" y="3704000"/>
              <a:ext cx="230432" cy="1439488"/>
            </a:xfrm>
            <a:custGeom>
              <a:avLst/>
              <a:gdLst/>
              <a:ahLst/>
              <a:cxnLst/>
              <a:rect l="l" t="t" r="r" b="b"/>
              <a:pathLst>
                <a:path w="7201" h="44984" extrusionOk="0">
                  <a:moveTo>
                    <a:pt x="0" y="1"/>
                  </a:moveTo>
                  <a:lnTo>
                    <a:pt x="0" y="44984"/>
                  </a:lnTo>
                  <a:lnTo>
                    <a:pt x="7200" y="44984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43584" y="3821888"/>
              <a:ext cx="230400" cy="1321600"/>
            </a:xfrm>
            <a:custGeom>
              <a:avLst/>
              <a:gdLst/>
              <a:ahLst/>
              <a:cxnLst/>
              <a:rect l="l" t="t" r="r" b="b"/>
              <a:pathLst>
                <a:path w="7200" h="41300" extrusionOk="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120384" y="4329088"/>
              <a:ext cx="230432" cy="814400"/>
            </a:xfrm>
            <a:custGeom>
              <a:avLst/>
              <a:gdLst/>
              <a:ahLst/>
              <a:cxnLst/>
              <a:rect l="l" t="t" r="r" b="b"/>
              <a:pathLst>
                <a:path w="7201" h="25450" extrusionOk="0">
                  <a:moveTo>
                    <a:pt x="1" y="0"/>
                  </a:moveTo>
                  <a:lnTo>
                    <a:pt x="1" y="25450"/>
                  </a:lnTo>
                  <a:lnTo>
                    <a:pt x="7200" y="2545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399008" y="4120128"/>
              <a:ext cx="228608" cy="1023360"/>
            </a:xfrm>
            <a:custGeom>
              <a:avLst/>
              <a:gdLst/>
              <a:ahLst/>
              <a:cxnLst/>
              <a:rect l="l" t="t" r="r" b="b"/>
              <a:pathLst>
                <a:path w="7144" h="31980" extrusionOk="0">
                  <a:moveTo>
                    <a:pt x="0" y="1"/>
                  </a:moveTo>
                  <a:lnTo>
                    <a:pt x="0" y="31980"/>
                  </a:lnTo>
                  <a:lnTo>
                    <a:pt x="7144" y="3198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675808" y="4538048"/>
              <a:ext cx="230432" cy="605440"/>
            </a:xfrm>
            <a:custGeom>
              <a:avLst/>
              <a:gdLst/>
              <a:ahLst/>
              <a:cxnLst/>
              <a:rect l="l" t="t" r="r" b="b"/>
              <a:pathLst>
                <a:path w="7201" h="18920" extrusionOk="0">
                  <a:moveTo>
                    <a:pt x="1" y="0"/>
                  </a:moveTo>
                  <a:lnTo>
                    <a:pt x="1" y="18920"/>
                  </a:lnTo>
                  <a:lnTo>
                    <a:pt x="7200" y="1892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952640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229472" y="4220160"/>
              <a:ext cx="230400" cy="923328"/>
            </a:xfrm>
            <a:custGeom>
              <a:avLst/>
              <a:gdLst/>
              <a:ahLst/>
              <a:cxnLst/>
              <a:rect l="l" t="t" r="r" b="b"/>
              <a:pathLst>
                <a:path w="7200" h="28854" extrusionOk="0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506272" y="3768288"/>
              <a:ext cx="230432" cy="1375200"/>
            </a:xfrm>
            <a:custGeom>
              <a:avLst/>
              <a:gdLst/>
              <a:ahLst/>
              <a:cxnLst/>
              <a:rect l="l" t="t" r="r" b="b"/>
              <a:pathLst>
                <a:path w="7201" h="42975" extrusionOk="0">
                  <a:moveTo>
                    <a:pt x="1" y="1"/>
                  </a:moveTo>
                  <a:lnTo>
                    <a:pt x="1" y="42975"/>
                  </a:lnTo>
                  <a:lnTo>
                    <a:pt x="7200" y="42975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7784896" y="4004032"/>
              <a:ext cx="228608" cy="1139456"/>
            </a:xfrm>
            <a:custGeom>
              <a:avLst/>
              <a:gdLst/>
              <a:ahLst/>
              <a:cxnLst/>
              <a:rect l="l" t="t" r="r" b="b"/>
              <a:pathLst>
                <a:path w="7144" h="35608" extrusionOk="0">
                  <a:moveTo>
                    <a:pt x="0" y="1"/>
                  </a:moveTo>
                  <a:lnTo>
                    <a:pt x="0" y="35608"/>
                  </a:lnTo>
                  <a:lnTo>
                    <a:pt x="7144" y="3560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061696" y="3596864"/>
              <a:ext cx="230432" cy="1546624"/>
            </a:xfrm>
            <a:custGeom>
              <a:avLst/>
              <a:gdLst/>
              <a:ahLst/>
              <a:cxnLst/>
              <a:rect l="l" t="t" r="r" b="b"/>
              <a:pathLst>
                <a:path w="7201" h="48332" extrusionOk="0">
                  <a:moveTo>
                    <a:pt x="1" y="0"/>
                  </a:moveTo>
                  <a:lnTo>
                    <a:pt x="1" y="48332"/>
                  </a:lnTo>
                  <a:lnTo>
                    <a:pt x="7200" y="48332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38528" y="3514688"/>
              <a:ext cx="230400" cy="1628800"/>
            </a:xfrm>
            <a:custGeom>
              <a:avLst/>
              <a:gdLst/>
              <a:ahLst/>
              <a:cxnLst/>
              <a:rect l="l" t="t" r="r" b="b"/>
              <a:pathLst>
                <a:path w="7200" h="50900" extrusionOk="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615360" y="3939744"/>
              <a:ext cx="230400" cy="1203744"/>
            </a:xfrm>
            <a:custGeom>
              <a:avLst/>
              <a:gdLst/>
              <a:ahLst/>
              <a:cxnLst/>
              <a:rect l="l" t="t" r="r" b="b"/>
              <a:pathLst>
                <a:path w="7200" h="37617" extrusionOk="0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893952" y="3596864"/>
              <a:ext cx="228640" cy="1546624"/>
            </a:xfrm>
            <a:custGeom>
              <a:avLst/>
              <a:gdLst/>
              <a:ahLst/>
              <a:cxnLst/>
              <a:rect l="l" t="t" r="r" b="b"/>
              <a:pathLst>
                <a:path w="7145" h="48332" extrusionOk="0">
                  <a:moveTo>
                    <a:pt x="1" y="0"/>
                  </a:moveTo>
                  <a:lnTo>
                    <a:pt x="1" y="48332"/>
                  </a:lnTo>
                  <a:lnTo>
                    <a:pt x="7144" y="48332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28550" y="3359978"/>
            <a:ext cx="9094048" cy="1783611"/>
            <a:chOff x="28544" y="4157632"/>
            <a:chExt cx="9094048" cy="985856"/>
          </a:xfrm>
        </p:grpSpPr>
        <p:sp>
          <p:nvSpPr>
            <p:cNvPr id="47" name="Google Shape;47;p2"/>
            <p:cNvSpPr/>
            <p:nvPr/>
          </p:nvSpPr>
          <p:spPr>
            <a:xfrm>
              <a:off x="435744" y="4782720"/>
              <a:ext cx="92896" cy="360768"/>
            </a:xfrm>
            <a:custGeom>
              <a:avLst/>
              <a:gdLst/>
              <a:ahLst/>
              <a:cxnLst/>
              <a:rect l="l" t="t" r="r" b="b"/>
              <a:pathLst>
                <a:path w="2903" h="11274" extrusionOk="0">
                  <a:moveTo>
                    <a:pt x="1" y="0"/>
                  </a:moveTo>
                  <a:lnTo>
                    <a:pt x="1" y="11274"/>
                  </a:lnTo>
                  <a:lnTo>
                    <a:pt x="2903" y="11274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00032" y="4638048"/>
              <a:ext cx="92896" cy="505440"/>
            </a:xfrm>
            <a:custGeom>
              <a:avLst/>
              <a:gdLst/>
              <a:ahLst/>
              <a:cxnLst/>
              <a:rect l="l" t="t" r="r" b="b"/>
              <a:pathLst>
                <a:path w="2903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02" y="15795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64288" y="4571968"/>
              <a:ext cx="92896" cy="571520"/>
            </a:xfrm>
            <a:custGeom>
              <a:avLst/>
              <a:gdLst/>
              <a:ahLst/>
              <a:cxnLst/>
              <a:rect l="l" t="t" r="r" b="b"/>
              <a:pathLst>
                <a:path w="2903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03" y="17860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8544" y="4739840"/>
              <a:ext cx="92928" cy="403648"/>
            </a:xfrm>
            <a:custGeom>
              <a:avLst/>
              <a:gdLst/>
              <a:ahLst/>
              <a:cxnLst/>
              <a:rect l="l" t="t" r="r" b="b"/>
              <a:pathLst>
                <a:path w="2904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03" y="12614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12576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76832" y="4752352"/>
              <a:ext cx="94688" cy="391136"/>
            </a:xfrm>
            <a:custGeom>
              <a:avLst/>
              <a:gdLst/>
              <a:ahLst/>
              <a:cxnLst/>
              <a:rect l="l" t="t" r="r" b="b"/>
              <a:pathLst>
                <a:path w="2959" h="12223" extrusionOk="0">
                  <a:moveTo>
                    <a:pt x="1" y="1"/>
                  </a:moveTo>
                  <a:lnTo>
                    <a:pt x="1" y="12223"/>
                  </a:lnTo>
                  <a:lnTo>
                    <a:pt x="2959" y="12223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9408" y="4386240"/>
              <a:ext cx="94656" cy="757248"/>
            </a:xfrm>
            <a:custGeom>
              <a:avLst/>
              <a:gdLst/>
              <a:ahLst/>
              <a:cxnLst/>
              <a:rect l="l" t="t" r="r" b="b"/>
              <a:pathLst>
                <a:path w="2958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853664" y="4500544"/>
              <a:ext cx="94688" cy="642944"/>
            </a:xfrm>
            <a:custGeom>
              <a:avLst/>
              <a:gdLst/>
              <a:ahLst/>
              <a:cxnLst/>
              <a:rect l="l" t="t" r="r" b="b"/>
              <a:pathLst>
                <a:path w="2959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2958" y="2009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266208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130496" y="4518400"/>
              <a:ext cx="94688" cy="625088"/>
            </a:xfrm>
            <a:custGeom>
              <a:avLst/>
              <a:gdLst/>
              <a:ahLst/>
              <a:cxnLst/>
              <a:rect l="l" t="t" r="r" b="b"/>
              <a:pathLst>
                <a:path w="2959" h="19534" extrusionOk="0">
                  <a:moveTo>
                    <a:pt x="0" y="0"/>
                  </a:moveTo>
                  <a:lnTo>
                    <a:pt x="0" y="19534"/>
                  </a:lnTo>
                  <a:lnTo>
                    <a:pt x="2958" y="1953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543040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407296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821632" y="4457664"/>
              <a:ext cx="92896" cy="685824"/>
            </a:xfrm>
            <a:custGeom>
              <a:avLst/>
              <a:gdLst/>
              <a:ahLst/>
              <a:cxnLst/>
              <a:rect l="l" t="t" r="r" b="b"/>
              <a:pathLst>
                <a:path w="2903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03" y="21432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685920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098464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962720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375296" y="4711264"/>
              <a:ext cx="94656" cy="432224"/>
            </a:xfrm>
            <a:custGeom>
              <a:avLst/>
              <a:gdLst/>
              <a:ahLst/>
              <a:cxnLst/>
              <a:rect l="l" t="t" r="r" b="b"/>
              <a:pathLst>
                <a:path w="2958" h="13507" extrusionOk="0">
                  <a:moveTo>
                    <a:pt x="0" y="1"/>
                  </a:moveTo>
                  <a:lnTo>
                    <a:pt x="0" y="13507"/>
                  </a:lnTo>
                  <a:lnTo>
                    <a:pt x="2958" y="1350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239552" y="4536256"/>
              <a:ext cx="94688" cy="607232"/>
            </a:xfrm>
            <a:custGeom>
              <a:avLst/>
              <a:gdLst/>
              <a:ahLst/>
              <a:cxnLst/>
              <a:rect l="l" t="t" r="r" b="b"/>
              <a:pathLst>
                <a:path w="2959" h="18976" extrusionOk="0">
                  <a:moveTo>
                    <a:pt x="0" y="0"/>
                  </a:moveTo>
                  <a:lnTo>
                    <a:pt x="0" y="18976"/>
                  </a:lnTo>
                  <a:lnTo>
                    <a:pt x="2958" y="18976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652096" y="4704128"/>
              <a:ext cx="94688" cy="439360"/>
            </a:xfrm>
            <a:custGeom>
              <a:avLst/>
              <a:gdLst/>
              <a:ahLst/>
              <a:cxnLst/>
              <a:rect l="l" t="t" r="r" b="b"/>
              <a:pathLst>
                <a:path w="2959" h="13730" extrusionOk="0">
                  <a:moveTo>
                    <a:pt x="1" y="1"/>
                  </a:moveTo>
                  <a:lnTo>
                    <a:pt x="1" y="13730"/>
                  </a:lnTo>
                  <a:lnTo>
                    <a:pt x="2959" y="1373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516384" y="4764864"/>
              <a:ext cx="94688" cy="378624"/>
            </a:xfrm>
            <a:custGeom>
              <a:avLst/>
              <a:gdLst/>
              <a:ahLst/>
              <a:cxnLst/>
              <a:rect l="l" t="t" r="r" b="b"/>
              <a:pathLst>
                <a:path w="2959" h="11832" extrusionOk="0">
                  <a:moveTo>
                    <a:pt x="0" y="0"/>
                  </a:moveTo>
                  <a:lnTo>
                    <a:pt x="0" y="11832"/>
                  </a:lnTo>
                  <a:lnTo>
                    <a:pt x="2958" y="1183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930720" y="4421952"/>
              <a:ext cx="92896" cy="721536"/>
            </a:xfrm>
            <a:custGeom>
              <a:avLst/>
              <a:gdLst/>
              <a:ahLst/>
              <a:cxnLst/>
              <a:rect l="l" t="t" r="r" b="b"/>
              <a:pathLst>
                <a:path w="2903" h="22548" extrusionOk="0">
                  <a:moveTo>
                    <a:pt x="0" y="1"/>
                  </a:moveTo>
                  <a:lnTo>
                    <a:pt x="0" y="22548"/>
                  </a:lnTo>
                  <a:lnTo>
                    <a:pt x="2902" y="22548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794976" y="4638048"/>
              <a:ext cx="92896" cy="505440"/>
            </a:xfrm>
            <a:custGeom>
              <a:avLst/>
              <a:gdLst/>
              <a:ahLst/>
              <a:cxnLst/>
              <a:rect l="l" t="t" r="r" b="b"/>
              <a:pathLst>
                <a:path w="2903" h="15795" extrusionOk="0">
                  <a:moveTo>
                    <a:pt x="1" y="1"/>
                  </a:moveTo>
                  <a:lnTo>
                    <a:pt x="1" y="15795"/>
                  </a:lnTo>
                  <a:lnTo>
                    <a:pt x="2903" y="1579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207520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1" y="0"/>
                  </a:moveTo>
                  <a:lnTo>
                    <a:pt x="1" y="23664"/>
                  </a:lnTo>
                  <a:lnTo>
                    <a:pt x="2959" y="2366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071808" y="4314784"/>
              <a:ext cx="94688" cy="828704"/>
            </a:xfrm>
            <a:custGeom>
              <a:avLst/>
              <a:gdLst/>
              <a:ahLst/>
              <a:cxnLst/>
              <a:rect l="l" t="t" r="r" b="b"/>
              <a:pathLst>
                <a:path w="2959" h="25897" extrusionOk="0">
                  <a:moveTo>
                    <a:pt x="0" y="1"/>
                  </a:moveTo>
                  <a:lnTo>
                    <a:pt x="0" y="25897"/>
                  </a:lnTo>
                  <a:lnTo>
                    <a:pt x="2958" y="2589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484352" y="4530912"/>
              <a:ext cx="94688" cy="612576"/>
            </a:xfrm>
            <a:custGeom>
              <a:avLst/>
              <a:gdLst/>
              <a:ahLst/>
              <a:cxnLst/>
              <a:rect l="l" t="t" r="r" b="b"/>
              <a:pathLst>
                <a:path w="2959" h="19143" extrusionOk="0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348608" y="4314784"/>
              <a:ext cx="94688" cy="828704"/>
            </a:xfrm>
            <a:custGeom>
              <a:avLst/>
              <a:gdLst/>
              <a:ahLst/>
              <a:cxnLst/>
              <a:rect l="l" t="t" r="r" b="b"/>
              <a:pathLst>
                <a:path w="2959" h="25897" extrusionOk="0">
                  <a:moveTo>
                    <a:pt x="1" y="1"/>
                  </a:moveTo>
                  <a:lnTo>
                    <a:pt x="1" y="25897"/>
                  </a:lnTo>
                  <a:lnTo>
                    <a:pt x="2959" y="25897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761184" y="4739840"/>
              <a:ext cx="94656" cy="403648"/>
            </a:xfrm>
            <a:custGeom>
              <a:avLst/>
              <a:gdLst/>
              <a:ahLst/>
              <a:cxnLst/>
              <a:rect l="l" t="t" r="r" b="b"/>
              <a:pathLst>
                <a:path w="2958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625440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0" y="1"/>
                  </a:moveTo>
                  <a:lnTo>
                    <a:pt x="0" y="21432"/>
                  </a:lnTo>
                  <a:lnTo>
                    <a:pt x="2958" y="2143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037984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1" y="1"/>
                  </a:moveTo>
                  <a:lnTo>
                    <a:pt x="1" y="15795"/>
                  </a:lnTo>
                  <a:lnTo>
                    <a:pt x="2959" y="1579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902272" y="4836288"/>
              <a:ext cx="94656" cy="307200"/>
            </a:xfrm>
            <a:custGeom>
              <a:avLst/>
              <a:gdLst/>
              <a:ahLst/>
              <a:cxnLst/>
              <a:rect l="l" t="t" r="r" b="b"/>
              <a:pathLst>
                <a:path w="2958" h="9600" extrusionOk="0">
                  <a:moveTo>
                    <a:pt x="0" y="1"/>
                  </a:moveTo>
                  <a:lnTo>
                    <a:pt x="0" y="9600"/>
                  </a:lnTo>
                  <a:lnTo>
                    <a:pt x="2958" y="960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4316608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418086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593408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4457696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870240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734496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147072" y="4157632"/>
              <a:ext cx="94656" cy="985856"/>
            </a:xfrm>
            <a:custGeom>
              <a:avLst/>
              <a:gdLst/>
              <a:ahLst/>
              <a:cxnLst/>
              <a:rect l="l" t="t" r="r" b="b"/>
              <a:pathLst>
                <a:path w="2958" h="30808" extrusionOk="0">
                  <a:moveTo>
                    <a:pt x="0" y="1"/>
                  </a:moveTo>
                  <a:lnTo>
                    <a:pt x="0" y="30808"/>
                  </a:lnTo>
                  <a:lnTo>
                    <a:pt x="2958" y="30808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011328" y="4229088"/>
              <a:ext cx="94688" cy="914400"/>
            </a:xfrm>
            <a:custGeom>
              <a:avLst/>
              <a:gdLst/>
              <a:ahLst/>
              <a:cxnLst/>
              <a:rect l="l" t="t" r="r" b="b"/>
              <a:pathLst>
                <a:path w="2959" h="28575" extrusionOk="0">
                  <a:moveTo>
                    <a:pt x="0" y="0"/>
                  </a:moveTo>
                  <a:lnTo>
                    <a:pt x="0" y="28575"/>
                  </a:lnTo>
                  <a:lnTo>
                    <a:pt x="2958" y="2857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425664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289920" y="4277280"/>
              <a:ext cx="94688" cy="866208"/>
            </a:xfrm>
            <a:custGeom>
              <a:avLst/>
              <a:gdLst/>
              <a:ahLst/>
              <a:cxnLst/>
              <a:rect l="l" t="t" r="r" b="b"/>
              <a:pathLst>
                <a:path w="2959" h="27069" extrusionOk="0">
                  <a:moveTo>
                    <a:pt x="1" y="1"/>
                  </a:moveTo>
                  <a:lnTo>
                    <a:pt x="1" y="27069"/>
                  </a:lnTo>
                  <a:lnTo>
                    <a:pt x="2959" y="2706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702496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566752" y="4416608"/>
              <a:ext cx="94688" cy="726880"/>
            </a:xfrm>
            <a:custGeom>
              <a:avLst/>
              <a:gdLst/>
              <a:ahLst/>
              <a:cxnLst/>
              <a:rect l="l" t="t" r="r" b="b"/>
              <a:pathLst>
                <a:path w="2959" h="22715" extrusionOk="0">
                  <a:moveTo>
                    <a:pt x="0" y="0"/>
                  </a:moveTo>
                  <a:lnTo>
                    <a:pt x="0" y="22715"/>
                  </a:lnTo>
                  <a:lnTo>
                    <a:pt x="2958" y="2271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979296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843584" y="4813088"/>
              <a:ext cx="94688" cy="330400"/>
            </a:xfrm>
            <a:custGeom>
              <a:avLst/>
              <a:gdLst/>
              <a:ahLst/>
              <a:cxnLst/>
              <a:rect l="l" t="t" r="r" b="b"/>
              <a:pathLst>
                <a:path w="2959" h="10325" extrusionOk="0">
                  <a:moveTo>
                    <a:pt x="0" y="0"/>
                  </a:moveTo>
                  <a:lnTo>
                    <a:pt x="0" y="10325"/>
                  </a:lnTo>
                  <a:lnTo>
                    <a:pt x="2958" y="1032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6256128" y="4807712"/>
              <a:ext cx="94688" cy="335776"/>
            </a:xfrm>
            <a:custGeom>
              <a:avLst/>
              <a:gdLst/>
              <a:ahLst/>
              <a:cxnLst/>
              <a:rect l="l" t="t" r="r" b="b"/>
              <a:pathLst>
                <a:path w="2959" h="10493" extrusionOk="0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61203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6534720" y="4505888"/>
              <a:ext cx="92896" cy="637600"/>
            </a:xfrm>
            <a:custGeom>
              <a:avLst/>
              <a:gdLst/>
              <a:ahLst/>
              <a:cxnLst/>
              <a:rect l="l" t="t" r="r" b="b"/>
              <a:pathLst>
                <a:path w="2903" h="19925" extrusionOk="0">
                  <a:moveTo>
                    <a:pt x="1" y="1"/>
                  </a:moveTo>
                  <a:lnTo>
                    <a:pt x="1" y="19925"/>
                  </a:lnTo>
                  <a:lnTo>
                    <a:pt x="2903" y="1992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6399008" y="4739840"/>
              <a:ext cx="92896" cy="403648"/>
            </a:xfrm>
            <a:custGeom>
              <a:avLst/>
              <a:gdLst/>
              <a:ahLst/>
              <a:cxnLst/>
              <a:rect l="l" t="t" r="r" b="b"/>
              <a:pathLst>
                <a:path w="2903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02" y="12614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811552" y="4807712"/>
              <a:ext cx="94688" cy="335776"/>
            </a:xfrm>
            <a:custGeom>
              <a:avLst/>
              <a:gdLst/>
              <a:ahLst/>
              <a:cxnLst/>
              <a:rect l="l" t="t" r="r" b="b"/>
              <a:pathLst>
                <a:path w="2959" h="10493" extrusionOk="0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6675808" y="4614848"/>
              <a:ext cx="94688" cy="528640"/>
            </a:xfrm>
            <a:custGeom>
              <a:avLst/>
              <a:gdLst/>
              <a:ahLst/>
              <a:cxnLst/>
              <a:rect l="l" t="t" r="r" b="b"/>
              <a:pathLst>
                <a:path w="2959" h="16520" extrusionOk="0">
                  <a:moveTo>
                    <a:pt x="1" y="0"/>
                  </a:moveTo>
                  <a:lnTo>
                    <a:pt x="1" y="16520"/>
                  </a:lnTo>
                  <a:lnTo>
                    <a:pt x="2959" y="16520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70883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6952640" y="4530912"/>
              <a:ext cx="94688" cy="612576"/>
            </a:xfrm>
            <a:custGeom>
              <a:avLst/>
              <a:gdLst/>
              <a:ahLst/>
              <a:cxnLst/>
              <a:rect l="l" t="t" r="r" b="b"/>
              <a:pathLst>
                <a:path w="2959" h="19143" extrusionOk="0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73651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7229472" y="4825568"/>
              <a:ext cx="94688" cy="317920"/>
            </a:xfrm>
            <a:custGeom>
              <a:avLst/>
              <a:gdLst/>
              <a:ahLst/>
              <a:cxnLst/>
              <a:rect l="l" t="t" r="r" b="b"/>
              <a:pathLst>
                <a:path w="2959" h="9935" extrusionOk="0">
                  <a:moveTo>
                    <a:pt x="0" y="1"/>
                  </a:moveTo>
                  <a:lnTo>
                    <a:pt x="0" y="9935"/>
                  </a:lnTo>
                  <a:lnTo>
                    <a:pt x="2958" y="993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7643808" y="4632704"/>
              <a:ext cx="92896" cy="510784"/>
            </a:xfrm>
            <a:custGeom>
              <a:avLst/>
              <a:gdLst/>
              <a:ahLst/>
              <a:cxnLst/>
              <a:rect l="l" t="t" r="r" b="b"/>
              <a:pathLst>
                <a:path w="2903" h="15962" extrusionOk="0">
                  <a:moveTo>
                    <a:pt x="0" y="0"/>
                  </a:moveTo>
                  <a:lnTo>
                    <a:pt x="0" y="15962"/>
                  </a:lnTo>
                  <a:lnTo>
                    <a:pt x="2902" y="1596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7506272" y="4963104"/>
              <a:ext cx="94688" cy="180384"/>
            </a:xfrm>
            <a:custGeom>
              <a:avLst/>
              <a:gdLst/>
              <a:ahLst/>
              <a:cxnLst/>
              <a:rect l="l" t="t" r="r" b="b"/>
              <a:pathLst>
                <a:path w="2959" h="5637" extrusionOk="0">
                  <a:moveTo>
                    <a:pt x="1" y="0"/>
                  </a:moveTo>
                  <a:lnTo>
                    <a:pt x="1" y="5637"/>
                  </a:lnTo>
                  <a:lnTo>
                    <a:pt x="2959" y="5637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7920608" y="4909504"/>
              <a:ext cx="94688" cy="233984"/>
            </a:xfrm>
            <a:custGeom>
              <a:avLst/>
              <a:gdLst/>
              <a:ahLst/>
              <a:cxnLst/>
              <a:rect l="l" t="t" r="r" b="b"/>
              <a:pathLst>
                <a:path w="2959" h="7312" extrusionOk="0">
                  <a:moveTo>
                    <a:pt x="1" y="1"/>
                  </a:moveTo>
                  <a:lnTo>
                    <a:pt x="1" y="7312"/>
                  </a:lnTo>
                  <a:lnTo>
                    <a:pt x="2959" y="731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7784896" y="4777344"/>
              <a:ext cx="94688" cy="366144"/>
            </a:xfrm>
            <a:custGeom>
              <a:avLst/>
              <a:gdLst/>
              <a:ahLst/>
              <a:cxnLst/>
              <a:rect l="l" t="t" r="r" b="b"/>
              <a:pathLst>
                <a:path w="2959" h="11442" extrusionOk="0">
                  <a:moveTo>
                    <a:pt x="0" y="1"/>
                  </a:moveTo>
                  <a:lnTo>
                    <a:pt x="0" y="11442"/>
                  </a:lnTo>
                  <a:lnTo>
                    <a:pt x="2958" y="1144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8197440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8061696" y="4777344"/>
              <a:ext cx="94688" cy="366144"/>
            </a:xfrm>
            <a:custGeom>
              <a:avLst/>
              <a:gdLst/>
              <a:ahLst/>
              <a:cxnLst/>
              <a:rect l="l" t="t" r="r" b="b"/>
              <a:pathLst>
                <a:path w="2959" h="11442" extrusionOk="0">
                  <a:moveTo>
                    <a:pt x="1" y="1"/>
                  </a:moveTo>
                  <a:lnTo>
                    <a:pt x="1" y="11442"/>
                  </a:lnTo>
                  <a:lnTo>
                    <a:pt x="2959" y="1144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8474272" y="4721984"/>
              <a:ext cx="94656" cy="421504"/>
            </a:xfrm>
            <a:custGeom>
              <a:avLst/>
              <a:gdLst/>
              <a:ahLst/>
              <a:cxnLst/>
              <a:rect l="l" t="t" r="r" b="b"/>
              <a:pathLst>
                <a:path w="2958" h="13172" extrusionOk="0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8338528" y="4488032"/>
              <a:ext cx="94688" cy="655456"/>
            </a:xfrm>
            <a:custGeom>
              <a:avLst/>
              <a:gdLst/>
              <a:ahLst/>
              <a:cxnLst/>
              <a:rect l="l" t="t" r="r" b="b"/>
              <a:pathLst>
                <a:path w="2959" h="20483" extrusionOk="0">
                  <a:moveTo>
                    <a:pt x="0" y="1"/>
                  </a:moveTo>
                  <a:lnTo>
                    <a:pt x="0" y="20483"/>
                  </a:lnTo>
                  <a:lnTo>
                    <a:pt x="2958" y="2048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8751072" y="4409440"/>
              <a:ext cx="94688" cy="734048"/>
            </a:xfrm>
            <a:custGeom>
              <a:avLst/>
              <a:gdLst/>
              <a:ahLst/>
              <a:cxnLst/>
              <a:rect l="l" t="t" r="r" b="b"/>
              <a:pathLst>
                <a:path w="2959" h="22939" extrusionOk="0">
                  <a:moveTo>
                    <a:pt x="1" y="1"/>
                  </a:moveTo>
                  <a:lnTo>
                    <a:pt x="1" y="22939"/>
                  </a:lnTo>
                  <a:lnTo>
                    <a:pt x="2959" y="2293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8615360" y="4295168"/>
              <a:ext cx="94688" cy="848320"/>
            </a:xfrm>
            <a:custGeom>
              <a:avLst/>
              <a:gdLst/>
              <a:ahLst/>
              <a:cxnLst/>
              <a:rect l="l" t="t" r="r" b="b"/>
              <a:pathLst>
                <a:path w="2959" h="26510" extrusionOk="0">
                  <a:moveTo>
                    <a:pt x="0" y="0"/>
                  </a:moveTo>
                  <a:lnTo>
                    <a:pt x="0" y="26510"/>
                  </a:lnTo>
                  <a:lnTo>
                    <a:pt x="2958" y="26510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9029696" y="4409440"/>
              <a:ext cx="92896" cy="734048"/>
            </a:xfrm>
            <a:custGeom>
              <a:avLst/>
              <a:gdLst/>
              <a:ahLst/>
              <a:cxnLst/>
              <a:rect l="l" t="t" r="r" b="b"/>
              <a:pathLst>
                <a:path w="2903" h="22939" extrusionOk="0">
                  <a:moveTo>
                    <a:pt x="0" y="1"/>
                  </a:moveTo>
                  <a:lnTo>
                    <a:pt x="0" y="22939"/>
                  </a:lnTo>
                  <a:lnTo>
                    <a:pt x="2902" y="22939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8893952" y="4180864"/>
              <a:ext cx="92896" cy="962624"/>
            </a:xfrm>
            <a:custGeom>
              <a:avLst/>
              <a:gdLst/>
              <a:ahLst/>
              <a:cxnLst/>
              <a:rect l="l" t="t" r="r" b="b"/>
              <a:pathLst>
                <a:path w="2903" h="30082" extrusionOk="0">
                  <a:moveTo>
                    <a:pt x="1" y="0"/>
                  </a:moveTo>
                  <a:lnTo>
                    <a:pt x="1" y="30082"/>
                  </a:lnTo>
                  <a:lnTo>
                    <a:pt x="2903" y="30082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0" y="2229988"/>
            <a:ext cx="9144000" cy="1293056"/>
          </a:xfrm>
          <a:custGeom>
            <a:avLst/>
            <a:gdLst/>
            <a:ahLst/>
            <a:cxnLst/>
            <a:rect l="l" t="t" r="r" b="b"/>
            <a:pathLst>
              <a:path w="285750" h="40408" extrusionOk="0">
                <a:moveTo>
                  <a:pt x="160288" y="224"/>
                </a:moveTo>
                <a:lnTo>
                  <a:pt x="160455" y="279"/>
                </a:lnTo>
                <a:lnTo>
                  <a:pt x="160623" y="335"/>
                </a:lnTo>
                <a:lnTo>
                  <a:pt x="160679" y="503"/>
                </a:lnTo>
                <a:lnTo>
                  <a:pt x="160734" y="670"/>
                </a:lnTo>
                <a:lnTo>
                  <a:pt x="160679" y="838"/>
                </a:lnTo>
                <a:lnTo>
                  <a:pt x="160623" y="1005"/>
                </a:lnTo>
                <a:lnTo>
                  <a:pt x="160455" y="1061"/>
                </a:lnTo>
                <a:lnTo>
                  <a:pt x="160288" y="1117"/>
                </a:lnTo>
                <a:lnTo>
                  <a:pt x="160120" y="1061"/>
                </a:lnTo>
                <a:lnTo>
                  <a:pt x="159953" y="1005"/>
                </a:lnTo>
                <a:lnTo>
                  <a:pt x="159897" y="838"/>
                </a:lnTo>
                <a:lnTo>
                  <a:pt x="159841" y="670"/>
                </a:lnTo>
                <a:lnTo>
                  <a:pt x="159897" y="503"/>
                </a:lnTo>
                <a:lnTo>
                  <a:pt x="159953" y="335"/>
                </a:lnTo>
                <a:lnTo>
                  <a:pt x="160120" y="279"/>
                </a:lnTo>
                <a:lnTo>
                  <a:pt x="160288" y="224"/>
                </a:lnTo>
                <a:close/>
                <a:moveTo>
                  <a:pt x="264319" y="670"/>
                </a:moveTo>
                <a:lnTo>
                  <a:pt x="264486" y="726"/>
                </a:lnTo>
                <a:lnTo>
                  <a:pt x="264654" y="782"/>
                </a:lnTo>
                <a:lnTo>
                  <a:pt x="264709" y="949"/>
                </a:lnTo>
                <a:lnTo>
                  <a:pt x="264765" y="1117"/>
                </a:lnTo>
                <a:lnTo>
                  <a:pt x="264709" y="1284"/>
                </a:lnTo>
                <a:lnTo>
                  <a:pt x="264654" y="1451"/>
                </a:lnTo>
                <a:lnTo>
                  <a:pt x="264486" y="1507"/>
                </a:lnTo>
                <a:lnTo>
                  <a:pt x="264319" y="1563"/>
                </a:lnTo>
                <a:lnTo>
                  <a:pt x="264151" y="1507"/>
                </a:lnTo>
                <a:lnTo>
                  <a:pt x="263984" y="1451"/>
                </a:lnTo>
                <a:lnTo>
                  <a:pt x="263928" y="1284"/>
                </a:lnTo>
                <a:lnTo>
                  <a:pt x="263872" y="1117"/>
                </a:lnTo>
                <a:lnTo>
                  <a:pt x="263928" y="949"/>
                </a:lnTo>
                <a:lnTo>
                  <a:pt x="263984" y="782"/>
                </a:lnTo>
                <a:lnTo>
                  <a:pt x="264151" y="726"/>
                </a:lnTo>
                <a:lnTo>
                  <a:pt x="264319" y="670"/>
                </a:lnTo>
                <a:close/>
                <a:moveTo>
                  <a:pt x="281508" y="2902"/>
                </a:moveTo>
                <a:lnTo>
                  <a:pt x="281676" y="2958"/>
                </a:lnTo>
                <a:lnTo>
                  <a:pt x="281843" y="3014"/>
                </a:lnTo>
                <a:lnTo>
                  <a:pt x="281899" y="3182"/>
                </a:lnTo>
                <a:lnTo>
                  <a:pt x="281955" y="3349"/>
                </a:lnTo>
                <a:lnTo>
                  <a:pt x="281899" y="3516"/>
                </a:lnTo>
                <a:lnTo>
                  <a:pt x="281843" y="3684"/>
                </a:lnTo>
                <a:lnTo>
                  <a:pt x="281676" y="3740"/>
                </a:lnTo>
                <a:lnTo>
                  <a:pt x="281508" y="3795"/>
                </a:lnTo>
                <a:lnTo>
                  <a:pt x="281341" y="3740"/>
                </a:lnTo>
                <a:lnTo>
                  <a:pt x="281174" y="3684"/>
                </a:lnTo>
                <a:lnTo>
                  <a:pt x="281118" y="3516"/>
                </a:lnTo>
                <a:lnTo>
                  <a:pt x="281062" y="3349"/>
                </a:lnTo>
                <a:lnTo>
                  <a:pt x="281118" y="3182"/>
                </a:lnTo>
                <a:lnTo>
                  <a:pt x="281174" y="3014"/>
                </a:lnTo>
                <a:lnTo>
                  <a:pt x="281341" y="2958"/>
                </a:lnTo>
                <a:lnTo>
                  <a:pt x="281508" y="2902"/>
                </a:lnTo>
                <a:close/>
                <a:moveTo>
                  <a:pt x="177701" y="6251"/>
                </a:moveTo>
                <a:lnTo>
                  <a:pt x="177868" y="6307"/>
                </a:lnTo>
                <a:lnTo>
                  <a:pt x="178036" y="6363"/>
                </a:lnTo>
                <a:lnTo>
                  <a:pt x="178091" y="6530"/>
                </a:lnTo>
                <a:lnTo>
                  <a:pt x="178147" y="6698"/>
                </a:lnTo>
                <a:lnTo>
                  <a:pt x="178091" y="6865"/>
                </a:lnTo>
                <a:lnTo>
                  <a:pt x="178036" y="7032"/>
                </a:lnTo>
                <a:lnTo>
                  <a:pt x="177868" y="7088"/>
                </a:lnTo>
                <a:lnTo>
                  <a:pt x="177701" y="7144"/>
                </a:lnTo>
                <a:lnTo>
                  <a:pt x="177533" y="7088"/>
                </a:lnTo>
                <a:lnTo>
                  <a:pt x="177366" y="7032"/>
                </a:lnTo>
                <a:lnTo>
                  <a:pt x="177310" y="6865"/>
                </a:lnTo>
                <a:lnTo>
                  <a:pt x="177254" y="6698"/>
                </a:lnTo>
                <a:lnTo>
                  <a:pt x="177310" y="6530"/>
                </a:lnTo>
                <a:lnTo>
                  <a:pt x="177366" y="6363"/>
                </a:lnTo>
                <a:lnTo>
                  <a:pt x="177533" y="6307"/>
                </a:lnTo>
                <a:lnTo>
                  <a:pt x="177701" y="6251"/>
                </a:lnTo>
                <a:close/>
                <a:moveTo>
                  <a:pt x="90860" y="12055"/>
                </a:moveTo>
                <a:lnTo>
                  <a:pt x="91027" y="12111"/>
                </a:lnTo>
                <a:lnTo>
                  <a:pt x="91194" y="12167"/>
                </a:lnTo>
                <a:lnTo>
                  <a:pt x="91250" y="12334"/>
                </a:lnTo>
                <a:lnTo>
                  <a:pt x="91306" y="12502"/>
                </a:lnTo>
                <a:lnTo>
                  <a:pt x="91250" y="12669"/>
                </a:lnTo>
                <a:lnTo>
                  <a:pt x="91194" y="12837"/>
                </a:lnTo>
                <a:lnTo>
                  <a:pt x="91027" y="12893"/>
                </a:lnTo>
                <a:lnTo>
                  <a:pt x="90860" y="12948"/>
                </a:lnTo>
                <a:lnTo>
                  <a:pt x="90692" y="12893"/>
                </a:lnTo>
                <a:lnTo>
                  <a:pt x="90525" y="12837"/>
                </a:lnTo>
                <a:lnTo>
                  <a:pt x="90469" y="12669"/>
                </a:lnTo>
                <a:lnTo>
                  <a:pt x="90413" y="12502"/>
                </a:lnTo>
                <a:lnTo>
                  <a:pt x="90469" y="12334"/>
                </a:lnTo>
                <a:lnTo>
                  <a:pt x="90525" y="12167"/>
                </a:lnTo>
                <a:lnTo>
                  <a:pt x="90692" y="12111"/>
                </a:lnTo>
                <a:lnTo>
                  <a:pt x="90860" y="12055"/>
                </a:lnTo>
                <a:close/>
                <a:moveTo>
                  <a:pt x="246683" y="15404"/>
                </a:moveTo>
                <a:lnTo>
                  <a:pt x="246850" y="15460"/>
                </a:lnTo>
                <a:lnTo>
                  <a:pt x="247017" y="15516"/>
                </a:lnTo>
                <a:lnTo>
                  <a:pt x="247073" y="15683"/>
                </a:lnTo>
                <a:lnTo>
                  <a:pt x="247129" y="15851"/>
                </a:lnTo>
                <a:lnTo>
                  <a:pt x="247073" y="16018"/>
                </a:lnTo>
                <a:lnTo>
                  <a:pt x="247017" y="16185"/>
                </a:lnTo>
                <a:lnTo>
                  <a:pt x="246850" y="16241"/>
                </a:lnTo>
                <a:lnTo>
                  <a:pt x="246683" y="16297"/>
                </a:lnTo>
                <a:lnTo>
                  <a:pt x="246515" y="16241"/>
                </a:lnTo>
                <a:lnTo>
                  <a:pt x="246348" y="16185"/>
                </a:lnTo>
                <a:lnTo>
                  <a:pt x="246292" y="16018"/>
                </a:lnTo>
                <a:lnTo>
                  <a:pt x="246236" y="15851"/>
                </a:lnTo>
                <a:lnTo>
                  <a:pt x="246292" y="15683"/>
                </a:lnTo>
                <a:lnTo>
                  <a:pt x="246348" y="15516"/>
                </a:lnTo>
                <a:lnTo>
                  <a:pt x="246515" y="15460"/>
                </a:lnTo>
                <a:lnTo>
                  <a:pt x="246683" y="15404"/>
                </a:lnTo>
                <a:close/>
                <a:moveTo>
                  <a:pt x="142875" y="15627"/>
                </a:moveTo>
                <a:lnTo>
                  <a:pt x="143042" y="15683"/>
                </a:lnTo>
                <a:lnTo>
                  <a:pt x="143210" y="15739"/>
                </a:lnTo>
                <a:lnTo>
                  <a:pt x="143266" y="15906"/>
                </a:lnTo>
                <a:lnTo>
                  <a:pt x="143321" y="16074"/>
                </a:lnTo>
                <a:lnTo>
                  <a:pt x="143266" y="16241"/>
                </a:lnTo>
                <a:lnTo>
                  <a:pt x="143210" y="16409"/>
                </a:lnTo>
                <a:lnTo>
                  <a:pt x="143042" y="16464"/>
                </a:lnTo>
                <a:lnTo>
                  <a:pt x="142875" y="16520"/>
                </a:lnTo>
                <a:lnTo>
                  <a:pt x="142708" y="16464"/>
                </a:lnTo>
                <a:lnTo>
                  <a:pt x="142540" y="16409"/>
                </a:lnTo>
                <a:lnTo>
                  <a:pt x="142484" y="16241"/>
                </a:lnTo>
                <a:lnTo>
                  <a:pt x="142429" y="16074"/>
                </a:lnTo>
                <a:lnTo>
                  <a:pt x="142484" y="15906"/>
                </a:lnTo>
                <a:lnTo>
                  <a:pt x="142540" y="15739"/>
                </a:lnTo>
                <a:lnTo>
                  <a:pt x="142708" y="15683"/>
                </a:lnTo>
                <a:lnTo>
                  <a:pt x="142875" y="15627"/>
                </a:lnTo>
                <a:close/>
                <a:moveTo>
                  <a:pt x="125685" y="17413"/>
                </a:moveTo>
                <a:lnTo>
                  <a:pt x="125853" y="17469"/>
                </a:lnTo>
                <a:lnTo>
                  <a:pt x="126020" y="17525"/>
                </a:lnTo>
                <a:lnTo>
                  <a:pt x="126076" y="17692"/>
                </a:lnTo>
                <a:lnTo>
                  <a:pt x="126132" y="17860"/>
                </a:lnTo>
                <a:lnTo>
                  <a:pt x="126076" y="18027"/>
                </a:lnTo>
                <a:lnTo>
                  <a:pt x="126020" y="18195"/>
                </a:lnTo>
                <a:lnTo>
                  <a:pt x="125853" y="18250"/>
                </a:lnTo>
                <a:lnTo>
                  <a:pt x="125685" y="18306"/>
                </a:lnTo>
                <a:lnTo>
                  <a:pt x="125518" y="18250"/>
                </a:lnTo>
                <a:lnTo>
                  <a:pt x="125350" y="18195"/>
                </a:lnTo>
                <a:lnTo>
                  <a:pt x="125295" y="18027"/>
                </a:lnTo>
                <a:lnTo>
                  <a:pt x="125239" y="17860"/>
                </a:lnTo>
                <a:lnTo>
                  <a:pt x="125295" y="17692"/>
                </a:lnTo>
                <a:lnTo>
                  <a:pt x="125350" y="17525"/>
                </a:lnTo>
                <a:lnTo>
                  <a:pt x="125518" y="17469"/>
                </a:lnTo>
                <a:lnTo>
                  <a:pt x="125685" y="17413"/>
                </a:lnTo>
                <a:close/>
                <a:moveTo>
                  <a:pt x="73670" y="17636"/>
                </a:moveTo>
                <a:lnTo>
                  <a:pt x="73837" y="17692"/>
                </a:lnTo>
                <a:lnTo>
                  <a:pt x="74005" y="17748"/>
                </a:lnTo>
                <a:lnTo>
                  <a:pt x="74061" y="17915"/>
                </a:lnTo>
                <a:lnTo>
                  <a:pt x="74116" y="18083"/>
                </a:lnTo>
                <a:lnTo>
                  <a:pt x="74061" y="18250"/>
                </a:lnTo>
                <a:lnTo>
                  <a:pt x="74005" y="18418"/>
                </a:lnTo>
                <a:lnTo>
                  <a:pt x="73837" y="18474"/>
                </a:lnTo>
                <a:lnTo>
                  <a:pt x="73670" y="18529"/>
                </a:lnTo>
                <a:lnTo>
                  <a:pt x="73502" y="18474"/>
                </a:lnTo>
                <a:lnTo>
                  <a:pt x="73335" y="18418"/>
                </a:lnTo>
                <a:lnTo>
                  <a:pt x="73279" y="18250"/>
                </a:lnTo>
                <a:lnTo>
                  <a:pt x="73223" y="18083"/>
                </a:lnTo>
                <a:lnTo>
                  <a:pt x="73279" y="17915"/>
                </a:lnTo>
                <a:lnTo>
                  <a:pt x="73335" y="17748"/>
                </a:lnTo>
                <a:lnTo>
                  <a:pt x="73502" y="17692"/>
                </a:lnTo>
                <a:lnTo>
                  <a:pt x="73670" y="17636"/>
                </a:lnTo>
                <a:close/>
                <a:moveTo>
                  <a:pt x="21543" y="17971"/>
                </a:moveTo>
                <a:lnTo>
                  <a:pt x="21710" y="18027"/>
                </a:lnTo>
                <a:lnTo>
                  <a:pt x="21878" y="18083"/>
                </a:lnTo>
                <a:lnTo>
                  <a:pt x="21934" y="18250"/>
                </a:lnTo>
                <a:lnTo>
                  <a:pt x="21989" y="18418"/>
                </a:lnTo>
                <a:lnTo>
                  <a:pt x="21934" y="18585"/>
                </a:lnTo>
                <a:lnTo>
                  <a:pt x="21878" y="18753"/>
                </a:lnTo>
                <a:lnTo>
                  <a:pt x="21710" y="18808"/>
                </a:lnTo>
                <a:lnTo>
                  <a:pt x="21543" y="18864"/>
                </a:lnTo>
                <a:lnTo>
                  <a:pt x="21375" y="18808"/>
                </a:lnTo>
                <a:lnTo>
                  <a:pt x="21208" y="18753"/>
                </a:lnTo>
                <a:lnTo>
                  <a:pt x="21152" y="18585"/>
                </a:lnTo>
                <a:lnTo>
                  <a:pt x="21096" y="18418"/>
                </a:lnTo>
                <a:lnTo>
                  <a:pt x="21152" y="18250"/>
                </a:lnTo>
                <a:lnTo>
                  <a:pt x="21208" y="18083"/>
                </a:lnTo>
                <a:lnTo>
                  <a:pt x="21375" y="18027"/>
                </a:lnTo>
                <a:lnTo>
                  <a:pt x="21543" y="17971"/>
                </a:lnTo>
                <a:close/>
                <a:moveTo>
                  <a:pt x="229716" y="22101"/>
                </a:moveTo>
                <a:lnTo>
                  <a:pt x="229884" y="22157"/>
                </a:lnTo>
                <a:lnTo>
                  <a:pt x="230051" y="22213"/>
                </a:lnTo>
                <a:lnTo>
                  <a:pt x="230107" y="22380"/>
                </a:lnTo>
                <a:lnTo>
                  <a:pt x="230163" y="22548"/>
                </a:lnTo>
                <a:lnTo>
                  <a:pt x="230107" y="22715"/>
                </a:lnTo>
                <a:lnTo>
                  <a:pt x="230051" y="22883"/>
                </a:lnTo>
                <a:lnTo>
                  <a:pt x="229884" y="22938"/>
                </a:lnTo>
                <a:lnTo>
                  <a:pt x="229716" y="22994"/>
                </a:lnTo>
                <a:lnTo>
                  <a:pt x="229549" y="22938"/>
                </a:lnTo>
                <a:lnTo>
                  <a:pt x="229381" y="22883"/>
                </a:lnTo>
                <a:lnTo>
                  <a:pt x="229326" y="22715"/>
                </a:lnTo>
                <a:lnTo>
                  <a:pt x="229270" y="22548"/>
                </a:lnTo>
                <a:lnTo>
                  <a:pt x="229326" y="22380"/>
                </a:lnTo>
                <a:lnTo>
                  <a:pt x="229381" y="22213"/>
                </a:lnTo>
                <a:lnTo>
                  <a:pt x="229549" y="22157"/>
                </a:lnTo>
                <a:lnTo>
                  <a:pt x="229716" y="22101"/>
                </a:lnTo>
                <a:close/>
                <a:moveTo>
                  <a:pt x="194890" y="25450"/>
                </a:moveTo>
                <a:lnTo>
                  <a:pt x="195058" y="25506"/>
                </a:lnTo>
                <a:lnTo>
                  <a:pt x="195225" y="25562"/>
                </a:lnTo>
                <a:lnTo>
                  <a:pt x="195281" y="25729"/>
                </a:lnTo>
                <a:lnTo>
                  <a:pt x="195337" y="25896"/>
                </a:lnTo>
                <a:lnTo>
                  <a:pt x="195281" y="26064"/>
                </a:lnTo>
                <a:lnTo>
                  <a:pt x="195225" y="26231"/>
                </a:lnTo>
                <a:lnTo>
                  <a:pt x="195058" y="26287"/>
                </a:lnTo>
                <a:lnTo>
                  <a:pt x="194890" y="26343"/>
                </a:lnTo>
                <a:lnTo>
                  <a:pt x="194723" y="26287"/>
                </a:lnTo>
                <a:lnTo>
                  <a:pt x="194556" y="26231"/>
                </a:lnTo>
                <a:lnTo>
                  <a:pt x="194500" y="26064"/>
                </a:lnTo>
                <a:lnTo>
                  <a:pt x="194444" y="25896"/>
                </a:lnTo>
                <a:lnTo>
                  <a:pt x="194500" y="25729"/>
                </a:lnTo>
                <a:lnTo>
                  <a:pt x="194556" y="25562"/>
                </a:lnTo>
                <a:lnTo>
                  <a:pt x="194723" y="25506"/>
                </a:lnTo>
                <a:lnTo>
                  <a:pt x="194890" y="25450"/>
                </a:lnTo>
                <a:close/>
                <a:moveTo>
                  <a:pt x="4465" y="26789"/>
                </a:moveTo>
                <a:lnTo>
                  <a:pt x="4632" y="26845"/>
                </a:lnTo>
                <a:lnTo>
                  <a:pt x="4800" y="26901"/>
                </a:lnTo>
                <a:lnTo>
                  <a:pt x="4856" y="27068"/>
                </a:lnTo>
                <a:lnTo>
                  <a:pt x="4911" y="27236"/>
                </a:lnTo>
                <a:lnTo>
                  <a:pt x="4856" y="27403"/>
                </a:lnTo>
                <a:lnTo>
                  <a:pt x="4800" y="27571"/>
                </a:lnTo>
                <a:lnTo>
                  <a:pt x="4632" y="27627"/>
                </a:lnTo>
                <a:lnTo>
                  <a:pt x="4465" y="27682"/>
                </a:lnTo>
                <a:lnTo>
                  <a:pt x="4297" y="27627"/>
                </a:lnTo>
                <a:lnTo>
                  <a:pt x="4130" y="27571"/>
                </a:lnTo>
                <a:lnTo>
                  <a:pt x="4074" y="27403"/>
                </a:lnTo>
                <a:lnTo>
                  <a:pt x="4018" y="27236"/>
                </a:lnTo>
                <a:lnTo>
                  <a:pt x="4074" y="27068"/>
                </a:lnTo>
                <a:lnTo>
                  <a:pt x="4130" y="26901"/>
                </a:lnTo>
                <a:lnTo>
                  <a:pt x="4297" y="26845"/>
                </a:lnTo>
                <a:lnTo>
                  <a:pt x="4465" y="26789"/>
                </a:lnTo>
                <a:close/>
                <a:moveTo>
                  <a:pt x="108272" y="29915"/>
                </a:moveTo>
                <a:lnTo>
                  <a:pt x="108440" y="29971"/>
                </a:lnTo>
                <a:lnTo>
                  <a:pt x="108607" y="30026"/>
                </a:lnTo>
                <a:lnTo>
                  <a:pt x="108663" y="30194"/>
                </a:lnTo>
                <a:lnTo>
                  <a:pt x="108719" y="30361"/>
                </a:lnTo>
                <a:lnTo>
                  <a:pt x="108663" y="30529"/>
                </a:lnTo>
                <a:lnTo>
                  <a:pt x="108607" y="30696"/>
                </a:lnTo>
                <a:lnTo>
                  <a:pt x="108440" y="30752"/>
                </a:lnTo>
                <a:lnTo>
                  <a:pt x="108272" y="30808"/>
                </a:lnTo>
                <a:lnTo>
                  <a:pt x="108105" y="30752"/>
                </a:lnTo>
                <a:lnTo>
                  <a:pt x="107938" y="30696"/>
                </a:lnTo>
                <a:lnTo>
                  <a:pt x="107882" y="30529"/>
                </a:lnTo>
                <a:lnTo>
                  <a:pt x="107826" y="30361"/>
                </a:lnTo>
                <a:lnTo>
                  <a:pt x="107882" y="30194"/>
                </a:lnTo>
                <a:lnTo>
                  <a:pt x="107938" y="30026"/>
                </a:lnTo>
                <a:lnTo>
                  <a:pt x="108105" y="29971"/>
                </a:lnTo>
                <a:lnTo>
                  <a:pt x="108272" y="29915"/>
                </a:lnTo>
                <a:close/>
                <a:moveTo>
                  <a:pt x="212080" y="32147"/>
                </a:moveTo>
                <a:lnTo>
                  <a:pt x="212248" y="32203"/>
                </a:lnTo>
                <a:lnTo>
                  <a:pt x="212415" y="32259"/>
                </a:lnTo>
                <a:lnTo>
                  <a:pt x="212471" y="32426"/>
                </a:lnTo>
                <a:lnTo>
                  <a:pt x="212527" y="32594"/>
                </a:lnTo>
                <a:lnTo>
                  <a:pt x="212471" y="32761"/>
                </a:lnTo>
                <a:lnTo>
                  <a:pt x="212415" y="32928"/>
                </a:lnTo>
                <a:lnTo>
                  <a:pt x="212248" y="32984"/>
                </a:lnTo>
                <a:lnTo>
                  <a:pt x="212080" y="33040"/>
                </a:lnTo>
                <a:lnTo>
                  <a:pt x="211913" y="32984"/>
                </a:lnTo>
                <a:lnTo>
                  <a:pt x="211745" y="32928"/>
                </a:lnTo>
                <a:lnTo>
                  <a:pt x="211689" y="32761"/>
                </a:lnTo>
                <a:lnTo>
                  <a:pt x="211634" y="32594"/>
                </a:lnTo>
                <a:lnTo>
                  <a:pt x="211689" y="32426"/>
                </a:lnTo>
                <a:lnTo>
                  <a:pt x="211745" y="32259"/>
                </a:lnTo>
                <a:lnTo>
                  <a:pt x="211913" y="32203"/>
                </a:lnTo>
                <a:lnTo>
                  <a:pt x="212080" y="32147"/>
                </a:lnTo>
                <a:close/>
                <a:moveTo>
                  <a:pt x="56257" y="36389"/>
                </a:moveTo>
                <a:lnTo>
                  <a:pt x="56424" y="36445"/>
                </a:lnTo>
                <a:lnTo>
                  <a:pt x="56592" y="36500"/>
                </a:lnTo>
                <a:lnTo>
                  <a:pt x="56648" y="36668"/>
                </a:lnTo>
                <a:lnTo>
                  <a:pt x="56704" y="36835"/>
                </a:lnTo>
                <a:lnTo>
                  <a:pt x="56648" y="37003"/>
                </a:lnTo>
                <a:lnTo>
                  <a:pt x="56592" y="37170"/>
                </a:lnTo>
                <a:lnTo>
                  <a:pt x="56424" y="37226"/>
                </a:lnTo>
                <a:lnTo>
                  <a:pt x="56257" y="37282"/>
                </a:lnTo>
                <a:lnTo>
                  <a:pt x="56090" y="37226"/>
                </a:lnTo>
                <a:lnTo>
                  <a:pt x="55922" y="37170"/>
                </a:lnTo>
                <a:lnTo>
                  <a:pt x="55866" y="37003"/>
                </a:lnTo>
                <a:lnTo>
                  <a:pt x="55811" y="36835"/>
                </a:lnTo>
                <a:lnTo>
                  <a:pt x="55866" y="36668"/>
                </a:lnTo>
                <a:lnTo>
                  <a:pt x="55922" y="36500"/>
                </a:lnTo>
                <a:lnTo>
                  <a:pt x="56090" y="36445"/>
                </a:lnTo>
                <a:lnTo>
                  <a:pt x="56257" y="36389"/>
                </a:lnTo>
                <a:close/>
                <a:moveTo>
                  <a:pt x="39067" y="39291"/>
                </a:moveTo>
                <a:lnTo>
                  <a:pt x="39235" y="39347"/>
                </a:lnTo>
                <a:lnTo>
                  <a:pt x="39402" y="39403"/>
                </a:lnTo>
                <a:lnTo>
                  <a:pt x="39458" y="39570"/>
                </a:lnTo>
                <a:lnTo>
                  <a:pt x="39514" y="39737"/>
                </a:lnTo>
                <a:lnTo>
                  <a:pt x="39458" y="39905"/>
                </a:lnTo>
                <a:lnTo>
                  <a:pt x="39402" y="40072"/>
                </a:lnTo>
                <a:lnTo>
                  <a:pt x="39235" y="40128"/>
                </a:lnTo>
                <a:lnTo>
                  <a:pt x="39067" y="40184"/>
                </a:lnTo>
                <a:lnTo>
                  <a:pt x="38900" y="40128"/>
                </a:lnTo>
                <a:lnTo>
                  <a:pt x="38733" y="40072"/>
                </a:lnTo>
                <a:lnTo>
                  <a:pt x="38677" y="39905"/>
                </a:lnTo>
                <a:lnTo>
                  <a:pt x="38621" y="39737"/>
                </a:lnTo>
                <a:lnTo>
                  <a:pt x="38677" y="39570"/>
                </a:lnTo>
                <a:lnTo>
                  <a:pt x="38733" y="39403"/>
                </a:lnTo>
                <a:lnTo>
                  <a:pt x="38900" y="39347"/>
                </a:lnTo>
                <a:lnTo>
                  <a:pt x="39067" y="39291"/>
                </a:lnTo>
                <a:close/>
                <a:moveTo>
                  <a:pt x="160288" y="0"/>
                </a:moveTo>
                <a:lnTo>
                  <a:pt x="160009" y="56"/>
                </a:lnTo>
                <a:lnTo>
                  <a:pt x="159841" y="224"/>
                </a:lnTo>
                <a:lnTo>
                  <a:pt x="159674" y="391"/>
                </a:lnTo>
                <a:lnTo>
                  <a:pt x="159618" y="670"/>
                </a:lnTo>
                <a:lnTo>
                  <a:pt x="159674" y="893"/>
                </a:lnTo>
                <a:lnTo>
                  <a:pt x="143266" y="15571"/>
                </a:lnTo>
                <a:lnTo>
                  <a:pt x="143098" y="15460"/>
                </a:lnTo>
                <a:lnTo>
                  <a:pt x="142875" y="15404"/>
                </a:lnTo>
                <a:lnTo>
                  <a:pt x="142652" y="15460"/>
                </a:lnTo>
                <a:lnTo>
                  <a:pt x="142429" y="15571"/>
                </a:lnTo>
                <a:lnTo>
                  <a:pt x="142317" y="15739"/>
                </a:lnTo>
                <a:lnTo>
                  <a:pt x="142205" y="15906"/>
                </a:lnTo>
                <a:lnTo>
                  <a:pt x="126299" y="17581"/>
                </a:lnTo>
                <a:lnTo>
                  <a:pt x="126188" y="17413"/>
                </a:lnTo>
                <a:lnTo>
                  <a:pt x="126020" y="17302"/>
                </a:lnTo>
                <a:lnTo>
                  <a:pt x="125853" y="17190"/>
                </a:lnTo>
                <a:lnTo>
                  <a:pt x="125685" y="17190"/>
                </a:lnTo>
                <a:lnTo>
                  <a:pt x="125406" y="17246"/>
                </a:lnTo>
                <a:lnTo>
                  <a:pt x="125239" y="17413"/>
                </a:lnTo>
                <a:lnTo>
                  <a:pt x="125071" y="17581"/>
                </a:lnTo>
                <a:lnTo>
                  <a:pt x="125016" y="17860"/>
                </a:lnTo>
                <a:lnTo>
                  <a:pt x="125016" y="18027"/>
                </a:lnTo>
                <a:lnTo>
                  <a:pt x="108775" y="29915"/>
                </a:lnTo>
                <a:lnTo>
                  <a:pt x="108552" y="29747"/>
                </a:lnTo>
                <a:lnTo>
                  <a:pt x="108272" y="29691"/>
                </a:lnTo>
                <a:lnTo>
                  <a:pt x="107993" y="29747"/>
                </a:lnTo>
                <a:lnTo>
                  <a:pt x="107770" y="29915"/>
                </a:lnTo>
                <a:lnTo>
                  <a:pt x="91473" y="12781"/>
                </a:lnTo>
                <a:lnTo>
                  <a:pt x="91529" y="12502"/>
                </a:lnTo>
                <a:lnTo>
                  <a:pt x="91473" y="12223"/>
                </a:lnTo>
                <a:lnTo>
                  <a:pt x="91306" y="12055"/>
                </a:lnTo>
                <a:lnTo>
                  <a:pt x="91139" y="11888"/>
                </a:lnTo>
                <a:lnTo>
                  <a:pt x="90860" y="11832"/>
                </a:lnTo>
                <a:lnTo>
                  <a:pt x="90581" y="11888"/>
                </a:lnTo>
                <a:lnTo>
                  <a:pt x="90413" y="12055"/>
                </a:lnTo>
                <a:lnTo>
                  <a:pt x="90246" y="12223"/>
                </a:lnTo>
                <a:lnTo>
                  <a:pt x="90190" y="12502"/>
                </a:lnTo>
                <a:lnTo>
                  <a:pt x="74172" y="17636"/>
                </a:lnTo>
                <a:lnTo>
                  <a:pt x="73949" y="17469"/>
                </a:lnTo>
                <a:lnTo>
                  <a:pt x="73837" y="17413"/>
                </a:lnTo>
                <a:lnTo>
                  <a:pt x="73670" y="17413"/>
                </a:lnTo>
                <a:lnTo>
                  <a:pt x="73391" y="17469"/>
                </a:lnTo>
                <a:lnTo>
                  <a:pt x="73223" y="17636"/>
                </a:lnTo>
                <a:lnTo>
                  <a:pt x="73056" y="17804"/>
                </a:lnTo>
                <a:lnTo>
                  <a:pt x="73000" y="18083"/>
                </a:lnTo>
                <a:lnTo>
                  <a:pt x="73056" y="18362"/>
                </a:lnTo>
                <a:lnTo>
                  <a:pt x="56759" y="36389"/>
                </a:lnTo>
                <a:lnTo>
                  <a:pt x="56536" y="36221"/>
                </a:lnTo>
                <a:lnTo>
                  <a:pt x="56257" y="36165"/>
                </a:lnTo>
                <a:lnTo>
                  <a:pt x="55978" y="36221"/>
                </a:lnTo>
                <a:lnTo>
                  <a:pt x="55811" y="36389"/>
                </a:lnTo>
                <a:lnTo>
                  <a:pt x="55643" y="36556"/>
                </a:lnTo>
                <a:lnTo>
                  <a:pt x="55587" y="36835"/>
                </a:lnTo>
                <a:lnTo>
                  <a:pt x="55587" y="36947"/>
                </a:lnTo>
                <a:lnTo>
                  <a:pt x="39737" y="39626"/>
                </a:lnTo>
                <a:lnTo>
                  <a:pt x="39737" y="39737"/>
                </a:lnTo>
                <a:lnTo>
                  <a:pt x="39681" y="39458"/>
                </a:lnTo>
                <a:lnTo>
                  <a:pt x="39514" y="39291"/>
                </a:lnTo>
                <a:lnTo>
                  <a:pt x="39346" y="39123"/>
                </a:lnTo>
                <a:lnTo>
                  <a:pt x="39067" y="39068"/>
                </a:lnTo>
                <a:lnTo>
                  <a:pt x="38844" y="39123"/>
                </a:lnTo>
                <a:lnTo>
                  <a:pt x="38621" y="39235"/>
                </a:lnTo>
                <a:lnTo>
                  <a:pt x="22045" y="18864"/>
                </a:lnTo>
                <a:lnTo>
                  <a:pt x="22157" y="18641"/>
                </a:lnTo>
                <a:lnTo>
                  <a:pt x="22213" y="18418"/>
                </a:lnTo>
                <a:lnTo>
                  <a:pt x="22157" y="18139"/>
                </a:lnTo>
                <a:lnTo>
                  <a:pt x="21989" y="17971"/>
                </a:lnTo>
                <a:lnTo>
                  <a:pt x="21822" y="17804"/>
                </a:lnTo>
                <a:lnTo>
                  <a:pt x="21543" y="17748"/>
                </a:lnTo>
                <a:lnTo>
                  <a:pt x="21264" y="17804"/>
                </a:lnTo>
                <a:lnTo>
                  <a:pt x="21096" y="17971"/>
                </a:lnTo>
                <a:lnTo>
                  <a:pt x="20929" y="18139"/>
                </a:lnTo>
                <a:lnTo>
                  <a:pt x="20873" y="18418"/>
                </a:lnTo>
                <a:lnTo>
                  <a:pt x="20929" y="18641"/>
                </a:lnTo>
                <a:lnTo>
                  <a:pt x="4967" y="26789"/>
                </a:lnTo>
                <a:lnTo>
                  <a:pt x="4744" y="26622"/>
                </a:lnTo>
                <a:lnTo>
                  <a:pt x="4465" y="26566"/>
                </a:lnTo>
                <a:lnTo>
                  <a:pt x="4242" y="26622"/>
                </a:lnTo>
                <a:lnTo>
                  <a:pt x="4018" y="26734"/>
                </a:lnTo>
                <a:lnTo>
                  <a:pt x="0" y="24948"/>
                </a:lnTo>
                <a:lnTo>
                  <a:pt x="0" y="25171"/>
                </a:lnTo>
                <a:lnTo>
                  <a:pt x="3851" y="26901"/>
                </a:lnTo>
                <a:lnTo>
                  <a:pt x="3795" y="27068"/>
                </a:lnTo>
                <a:lnTo>
                  <a:pt x="3795" y="27236"/>
                </a:lnTo>
                <a:lnTo>
                  <a:pt x="3851" y="27515"/>
                </a:lnTo>
                <a:lnTo>
                  <a:pt x="4018" y="27682"/>
                </a:lnTo>
                <a:lnTo>
                  <a:pt x="4186" y="27850"/>
                </a:lnTo>
                <a:lnTo>
                  <a:pt x="4465" y="27906"/>
                </a:lnTo>
                <a:lnTo>
                  <a:pt x="4744" y="27850"/>
                </a:lnTo>
                <a:lnTo>
                  <a:pt x="4911" y="27682"/>
                </a:lnTo>
                <a:lnTo>
                  <a:pt x="5079" y="27515"/>
                </a:lnTo>
                <a:lnTo>
                  <a:pt x="5135" y="27236"/>
                </a:lnTo>
                <a:lnTo>
                  <a:pt x="5079" y="27013"/>
                </a:lnTo>
                <a:lnTo>
                  <a:pt x="20985" y="18808"/>
                </a:lnTo>
                <a:lnTo>
                  <a:pt x="21096" y="18920"/>
                </a:lnTo>
                <a:lnTo>
                  <a:pt x="21264" y="19032"/>
                </a:lnTo>
                <a:lnTo>
                  <a:pt x="21375" y="19088"/>
                </a:lnTo>
                <a:lnTo>
                  <a:pt x="21710" y="19088"/>
                </a:lnTo>
                <a:lnTo>
                  <a:pt x="21878" y="18976"/>
                </a:lnTo>
                <a:lnTo>
                  <a:pt x="38453" y="39458"/>
                </a:lnTo>
                <a:lnTo>
                  <a:pt x="38398" y="39570"/>
                </a:lnTo>
                <a:lnTo>
                  <a:pt x="38398" y="39737"/>
                </a:lnTo>
                <a:lnTo>
                  <a:pt x="38453" y="40016"/>
                </a:lnTo>
                <a:lnTo>
                  <a:pt x="38621" y="40184"/>
                </a:lnTo>
                <a:lnTo>
                  <a:pt x="38788" y="40351"/>
                </a:lnTo>
                <a:lnTo>
                  <a:pt x="39067" y="40407"/>
                </a:lnTo>
                <a:lnTo>
                  <a:pt x="39291" y="40351"/>
                </a:lnTo>
                <a:lnTo>
                  <a:pt x="39514" y="40240"/>
                </a:lnTo>
                <a:lnTo>
                  <a:pt x="39625" y="40072"/>
                </a:lnTo>
                <a:lnTo>
                  <a:pt x="39737" y="39849"/>
                </a:lnTo>
                <a:lnTo>
                  <a:pt x="55699" y="37170"/>
                </a:lnTo>
                <a:lnTo>
                  <a:pt x="55811" y="37282"/>
                </a:lnTo>
                <a:lnTo>
                  <a:pt x="55922" y="37393"/>
                </a:lnTo>
                <a:lnTo>
                  <a:pt x="56090" y="37505"/>
                </a:lnTo>
                <a:lnTo>
                  <a:pt x="56257" y="37505"/>
                </a:lnTo>
                <a:lnTo>
                  <a:pt x="56536" y="37449"/>
                </a:lnTo>
                <a:lnTo>
                  <a:pt x="56704" y="37282"/>
                </a:lnTo>
                <a:lnTo>
                  <a:pt x="56871" y="37114"/>
                </a:lnTo>
                <a:lnTo>
                  <a:pt x="56927" y="36835"/>
                </a:lnTo>
                <a:lnTo>
                  <a:pt x="56871" y="36556"/>
                </a:lnTo>
                <a:lnTo>
                  <a:pt x="73168" y="18529"/>
                </a:lnTo>
                <a:lnTo>
                  <a:pt x="73391" y="18697"/>
                </a:lnTo>
                <a:lnTo>
                  <a:pt x="73670" y="18753"/>
                </a:lnTo>
                <a:lnTo>
                  <a:pt x="73949" y="18697"/>
                </a:lnTo>
                <a:lnTo>
                  <a:pt x="74116" y="18529"/>
                </a:lnTo>
                <a:lnTo>
                  <a:pt x="74284" y="18362"/>
                </a:lnTo>
                <a:lnTo>
                  <a:pt x="74340" y="18083"/>
                </a:lnTo>
                <a:lnTo>
                  <a:pt x="74284" y="17860"/>
                </a:lnTo>
                <a:lnTo>
                  <a:pt x="90246" y="12725"/>
                </a:lnTo>
                <a:lnTo>
                  <a:pt x="90357" y="12893"/>
                </a:lnTo>
                <a:lnTo>
                  <a:pt x="90469" y="13060"/>
                </a:lnTo>
                <a:lnTo>
                  <a:pt x="90636" y="13116"/>
                </a:lnTo>
                <a:lnTo>
                  <a:pt x="90860" y="13172"/>
                </a:lnTo>
                <a:lnTo>
                  <a:pt x="91139" y="13116"/>
                </a:lnTo>
                <a:lnTo>
                  <a:pt x="91362" y="12948"/>
                </a:lnTo>
                <a:lnTo>
                  <a:pt x="107659" y="30082"/>
                </a:lnTo>
                <a:lnTo>
                  <a:pt x="107603" y="30361"/>
                </a:lnTo>
                <a:lnTo>
                  <a:pt x="107659" y="30640"/>
                </a:lnTo>
                <a:lnTo>
                  <a:pt x="107826" y="30808"/>
                </a:lnTo>
                <a:lnTo>
                  <a:pt x="107993" y="30975"/>
                </a:lnTo>
                <a:lnTo>
                  <a:pt x="108272" y="31031"/>
                </a:lnTo>
                <a:lnTo>
                  <a:pt x="108552" y="30975"/>
                </a:lnTo>
                <a:lnTo>
                  <a:pt x="108719" y="30808"/>
                </a:lnTo>
                <a:lnTo>
                  <a:pt x="108886" y="30640"/>
                </a:lnTo>
                <a:lnTo>
                  <a:pt x="108942" y="30361"/>
                </a:lnTo>
                <a:lnTo>
                  <a:pt x="108886" y="30082"/>
                </a:lnTo>
                <a:lnTo>
                  <a:pt x="125127" y="18195"/>
                </a:lnTo>
                <a:lnTo>
                  <a:pt x="125239" y="18362"/>
                </a:lnTo>
                <a:lnTo>
                  <a:pt x="125350" y="18418"/>
                </a:lnTo>
                <a:lnTo>
                  <a:pt x="125518" y="18529"/>
                </a:lnTo>
                <a:lnTo>
                  <a:pt x="125685" y="18529"/>
                </a:lnTo>
                <a:lnTo>
                  <a:pt x="125964" y="18474"/>
                </a:lnTo>
                <a:lnTo>
                  <a:pt x="126132" y="18306"/>
                </a:lnTo>
                <a:lnTo>
                  <a:pt x="126299" y="18139"/>
                </a:lnTo>
                <a:lnTo>
                  <a:pt x="126355" y="17860"/>
                </a:lnTo>
                <a:lnTo>
                  <a:pt x="126355" y="17804"/>
                </a:lnTo>
                <a:lnTo>
                  <a:pt x="142205" y="16130"/>
                </a:lnTo>
                <a:lnTo>
                  <a:pt x="142261" y="16409"/>
                </a:lnTo>
                <a:lnTo>
                  <a:pt x="142429" y="16576"/>
                </a:lnTo>
                <a:lnTo>
                  <a:pt x="142652" y="16688"/>
                </a:lnTo>
                <a:lnTo>
                  <a:pt x="142875" y="16743"/>
                </a:lnTo>
                <a:lnTo>
                  <a:pt x="143154" y="16688"/>
                </a:lnTo>
                <a:lnTo>
                  <a:pt x="143321" y="16520"/>
                </a:lnTo>
                <a:lnTo>
                  <a:pt x="143489" y="16353"/>
                </a:lnTo>
                <a:lnTo>
                  <a:pt x="143545" y="16074"/>
                </a:lnTo>
                <a:lnTo>
                  <a:pt x="143489" y="15906"/>
                </a:lnTo>
                <a:lnTo>
                  <a:pt x="143433" y="15683"/>
                </a:lnTo>
                <a:lnTo>
                  <a:pt x="159786" y="1061"/>
                </a:lnTo>
                <a:lnTo>
                  <a:pt x="160009" y="1284"/>
                </a:lnTo>
                <a:lnTo>
                  <a:pt x="160120" y="1340"/>
                </a:lnTo>
                <a:lnTo>
                  <a:pt x="160288" y="1340"/>
                </a:lnTo>
                <a:lnTo>
                  <a:pt x="160511" y="1284"/>
                </a:lnTo>
                <a:lnTo>
                  <a:pt x="160679" y="1228"/>
                </a:lnTo>
                <a:lnTo>
                  <a:pt x="160790" y="1117"/>
                </a:lnTo>
                <a:lnTo>
                  <a:pt x="160902" y="949"/>
                </a:lnTo>
                <a:lnTo>
                  <a:pt x="177031" y="6530"/>
                </a:lnTo>
                <a:lnTo>
                  <a:pt x="177031" y="6698"/>
                </a:lnTo>
                <a:lnTo>
                  <a:pt x="177087" y="6977"/>
                </a:lnTo>
                <a:lnTo>
                  <a:pt x="177254" y="7144"/>
                </a:lnTo>
                <a:lnTo>
                  <a:pt x="177422" y="7312"/>
                </a:lnTo>
                <a:lnTo>
                  <a:pt x="177701" y="7367"/>
                </a:lnTo>
                <a:lnTo>
                  <a:pt x="177868" y="7367"/>
                </a:lnTo>
                <a:lnTo>
                  <a:pt x="178036" y="7256"/>
                </a:lnTo>
                <a:lnTo>
                  <a:pt x="194388" y="25450"/>
                </a:lnTo>
                <a:lnTo>
                  <a:pt x="194277" y="25673"/>
                </a:lnTo>
                <a:lnTo>
                  <a:pt x="194221" y="25896"/>
                </a:lnTo>
                <a:lnTo>
                  <a:pt x="194277" y="26175"/>
                </a:lnTo>
                <a:lnTo>
                  <a:pt x="194444" y="26343"/>
                </a:lnTo>
                <a:lnTo>
                  <a:pt x="194611" y="26510"/>
                </a:lnTo>
                <a:lnTo>
                  <a:pt x="194890" y="26566"/>
                </a:lnTo>
                <a:lnTo>
                  <a:pt x="195058" y="26566"/>
                </a:lnTo>
                <a:lnTo>
                  <a:pt x="195169" y="26510"/>
                </a:lnTo>
                <a:lnTo>
                  <a:pt x="195337" y="26399"/>
                </a:lnTo>
                <a:lnTo>
                  <a:pt x="195449" y="26287"/>
                </a:lnTo>
                <a:lnTo>
                  <a:pt x="211410" y="32538"/>
                </a:lnTo>
                <a:lnTo>
                  <a:pt x="211410" y="32594"/>
                </a:lnTo>
                <a:lnTo>
                  <a:pt x="211466" y="32873"/>
                </a:lnTo>
                <a:lnTo>
                  <a:pt x="211634" y="33040"/>
                </a:lnTo>
                <a:lnTo>
                  <a:pt x="211801" y="33208"/>
                </a:lnTo>
                <a:lnTo>
                  <a:pt x="212080" y="33263"/>
                </a:lnTo>
                <a:lnTo>
                  <a:pt x="212359" y="33208"/>
                </a:lnTo>
                <a:lnTo>
                  <a:pt x="212527" y="33040"/>
                </a:lnTo>
                <a:lnTo>
                  <a:pt x="212694" y="32873"/>
                </a:lnTo>
                <a:lnTo>
                  <a:pt x="212750" y="32594"/>
                </a:lnTo>
                <a:lnTo>
                  <a:pt x="212750" y="32538"/>
                </a:lnTo>
                <a:lnTo>
                  <a:pt x="229214" y="22994"/>
                </a:lnTo>
                <a:lnTo>
                  <a:pt x="229437" y="23162"/>
                </a:lnTo>
                <a:lnTo>
                  <a:pt x="229716" y="23217"/>
                </a:lnTo>
                <a:lnTo>
                  <a:pt x="229995" y="23162"/>
                </a:lnTo>
                <a:lnTo>
                  <a:pt x="230163" y="22994"/>
                </a:lnTo>
                <a:lnTo>
                  <a:pt x="230330" y="22827"/>
                </a:lnTo>
                <a:lnTo>
                  <a:pt x="230386" y="22548"/>
                </a:lnTo>
                <a:lnTo>
                  <a:pt x="230386" y="22492"/>
                </a:lnTo>
                <a:lnTo>
                  <a:pt x="246180" y="16297"/>
                </a:lnTo>
                <a:lnTo>
                  <a:pt x="246404" y="16464"/>
                </a:lnTo>
                <a:lnTo>
                  <a:pt x="246683" y="16520"/>
                </a:lnTo>
                <a:lnTo>
                  <a:pt x="246962" y="16464"/>
                </a:lnTo>
                <a:lnTo>
                  <a:pt x="247129" y="16297"/>
                </a:lnTo>
                <a:lnTo>
                  <a:pt x="247297" y="16130"/>
                </a:lnTo>
                <a:lnTo>
                  <a:pt x="247352" y="15851"/>
                </a:lnTo>
                <a:lnTo>
                  <a:pt x="247297" y="15683"/>
                </a:lnTo>
                <a:lnTo>
                  <a:pt x="263761" y="1507"/>
                </a:lnTo>
                <a:lnTo>
                  <a:pt x="263872" y="1619"/>
                </a:lnTo>
                <a:lnTo>
                  <a:pt x="264040" y="1730"/>
                </a:lnTo>
                <a:lnTo>
                  <a:pt x="264151" y="1786"/>
                </a:lnTo>
                <a:lnTo>
                  <a:pt x="264319" y="1786"/>
                </a:lnTo>
                <a:lnTo>
                  <a:pt x="264542" y="1730"/>
                </a:lnTo>
                <a:lnTo>
                  <a:pt x="264765" y="1619"/>
                </a:lnTo>
                <a:lnTo>
                  <a:pt x="264877" y="1451"/>
                </a:lnTo>
                <a:lnTo>
                  <a:pt x="264988" y="1228"/>
                </a:lnTo>
                <a:lnTo>
                  <a:pt x="280839" y="3237"/>
                </a:lnTo>
                <a:lnTo>
                  <a:pt x="280839" y="3349"/>
                </a:lnTo>
                <a:lnTo>
                  <a:pt x="280894" y="3628"/>
                </a:lnTo>
                <a:lnTo>
                  <a:pt x="281062" y="3795"/>
                </a:lnTo>
                <a:lnTo>
                  <a:pt x="281229" y="3963"/>
                </a:lnTo>
                <a:lnTo>
                  <a:pt x="281508" y="4019"/>
                </a:lnTo>
                <a:lnTo>
                  <a:pt x="281787" y="3963"/>
                </a:lnTo>
                <a:lnTo>
                  <a:pt x="281955" y="3795"/>
                </a:lnTo>
                <a:lnTo>
                  <a:pt x="282122" y="3628"/>
                </a:lnTo>
                <a:lnTo>
                  <a:pt x="282178" y="3349"/>
                </a:lnTo>
                <a:lnTo>
                  <a:pt x="285750" y="3349"/>
                </a:lnTo>
                <a:lnTo>
                  <a:pt x="285750" y="3126"/>
                </a:lnTo>
                <a:lnTo>
                  <a:pt x="282122" y="3126"/>
                </a:lnTo>
                <a:lnTo>
                  <a:pt x="282067" y="2958"/>
                </a:lnTo>
                <a:lnTo>
                  <a:pt x="281899" y="2791"/>
                </a:lnTo>
                <a:lnTo>
                  <a:pt x="281732" y="2735"/>
                </a:lnTo>
                <a:lnTo>
                  <a:pt x="281508" y="2679"/>
                </a:lnTo>
                <a:lnTo>
                  <a:pt x="281341" y="2679"/>
                </a:lnTo>
                <a:lnTo>
                  <a:pt x="281174" y="2791"/>
                </a:lnTo>
                <a:lnTo>
                  <a:pt x="281006" y="2902"/>
                </a:lnTo>
                <a:lnTo>
                  <a:pt x="280894" y="3014"/>
                </a:lnTo>
                <a:lnTo>
                  <a:pt x="264988" y="1005"/>
                </a:lnTo>
                <a:lnTo>
                  <a:pt x="264877" y="782"/>
                </a:lnTo>
                <a:lnTo>
                  <a:pt x="264765" y="614"/>
                </a:lnTo>
                <a:lnTo>
                  <a:pt x="264542" y="503"/>
                </a:lnTo>
                <a:lnTo>
                  <a:pt x="264319" y="447"/>
                </a:lnTo>
                <a:lnTo>
                  <a:pt x="264040" y="503"/>
                </a:lnTo>
                <a:lnTo>
                  <a:pt x="263872" y="670"/>
                </a:lnTo>
                <a:lnTo>
                  <a:pt x="263705" y="838"/>
                </a:lnTo>
                <a:lnTo>
                  <a:pt x="263649" y="1117"/>
                </a:lnTo>
                <a:lnTo>
                  <a:pt x="263705" y="1284"/>
                </a:lnTo>
                <a:lnTo>
                  <a:pt x="247241" y="15460"/>
                </a:lnTo>
                <a:lnTo>
                  <a:pt x="247129" y="15348"/>
                </a:lnTo>
                <a:lnTo>
                  <a:pt x="246962" y="15237"/>
                </a:lnTo>
                <a:lnTo>
                  <a:pt x="246850" y="15181"/>
                </a:lnTo>
                <a:lnTo>
                  <a:pt x="246683" y="15181"/>
                </a:lnTo>
                <a:lnTo>
                  <a:pt x="246404" y="15237"/>
                </a:lnTo>
                <a:lnTo>
                  <a:pt x="246236" y="15404"/>
                </a:lnTo>
                <a:lnTo>
                  <a:pt x="246069" y="15571"/>
                </a:lnTo>
                <a:lnTo>
                  <a:pt x="246013" y="15851"/>
                </a:lnTo>
                <a:lnTo>
                  <a:pt x="246069" y="16130"/>
                </a:lnTo>
                <a:lnTo>
                  <a:pt x="230330" y="22269"/>
                </a:lnTo>
                <a:lnTo>
                  <a:pt x="230219" y="22101"/>
                </a:lnTo>
                <a:lnTo>
                  <a:pt x="230051" y="21990"/>
                </a:lnTo>
                <a:lnTo>
                  <a:pt x="229884" y="21934"/>
                </a:lnTo>
                <a:lnTo>
                  <a:pt x="229716" y="21878"/>
                </a:lnTo>
                <a:lnTo>
                  <a:pt x="229437" y="21934"/>
                </a:lnTo>
                <a:lnTo>
                  <a:pt x="229270" y="22101"/>
                </a:lnTo>
                <a:lnTo>
                  <a:pt x="229102" y="22269"/>
                </a:lnTo>
                <a:lnTo>
                  <a:pt x="229046" y="22548"/>
                </a:lnTo>
                <a:lnTo>
                  <a:pt x="229102" y="22827"/>
                </a:lnTo>
                <a:lnTo>
                  <a:pt x="212694" y="32315"/>
                </a:lnTo>
                <a:lnTo>
                  <a:pt x="212582" y="32147"/>
                </a:lnTo>
                <a:lnTo>
                  <a:pt x="212415" y="32036"/>
                </a:lnTo>
                <a:lnTo>
                  <a:pt x="212248" y="31924"/>
                </a:lnTo>
                <a:lnTo>
                  <a:pt x="212080" y="31924"/>
                </a:lnTo>
                <a:lnTo>
                  <a:pt x="211913" y="31980"/>
                </a:lnTo>
                <a:lnTo>
                  <a:pt x="211745" y="32036"/>
                </a:lnTo>
                <a:lnTo>
                  <a:pt x="211578" y="32147"/>
                </a:lnTo>
                <a:lnTo>
                  <a:pt x="211466" y="32315"/>
                </a:lnTo>
                <a:lnTo>
                  <a:pt x="195504" y="26120"/>
                </a:lnTo>
                <a:lnTo>
                  <a:pt x="195560" y="25896"/>
                </a:lnTo>
                <a:lnTo>
                  <a:pt x="195504" y="25617"/>
                </a:lnTo>
                <a:lnTo>
                  <a:pt x="195337" y="25450"/>
                </a:lnTo>
                <a:lnTo>
                  <a:pt x="195169" y="25282"/>
                </a:lnTo>
                <a:lnTo>
                  <a:pt x="194890" y="25227"/>
                </a:lnTo>
                <a:lnTo>
                  <a:pt x="194723" y="25227"/>
                </a:lnTo>
                <a:lnTo>
                  <a:pt x="194556" y="25338"/>
                </a:lnTo>
                <a:lnTo>
                  <a:pt x="178203" y="7144"/>
                </a:lnTo>
                <a:lnTo>
                  <a:pt x="178315" y="6921"/>
                </a:lnTo>
                <a:lnTo>
                  <a:pt x="178371" y="6698"/>
                </a:lnTo>
                <a:lnTo>
                  <a:pt x="178315" y="6419"/>
                </a:lnTo>
                <a:lnTo>
                  <a:pt x="178147" y="6251"/>
                </a:lnTo>
                <a:lnTo>
                  <a:pt x="177980" y="6084"/>
                </a:lnTo>
                <a:lnTo>
                  <a:pt x="177701" y="6028"/>
                </a:lnTo>
                <a:lnTo>
                  <a:pt x="177533" y="6028"/>
                </a:lnTo>
                <a:lnTo>
                  <a:pt x="177366" y="6084"/>
                </a:lnTo>
                <a:lnTo>
                  <a:pt x="177254" y="6195"/>
                </a:lnTo>
                <a:lnTo>
                  <a:pt x="177143" y="6307"/>
                </a:lnTo>
                <a:lnTo>
                  <a:pt x="160958" y="726"/>
                </a:lnTo>
                <a:lnTo>
                  <a:pt x="160958" y="670"/>
                </a:lnTo>
                <a:lnTo>
                  <a:pt x="160902" y="391"/>
                </a:lnTo>
                <a:lnTo>
                  <a:pt x="160734" y="224"/>
                </a:lnTo>
                <a:lnTo>
                  <a:pt x="160567" y="56"/>
                </a:lnTo>
                <a:lnTo>
                  <a:pt x="160288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rgbClr val="465573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>
            <a:spLocks noGrp="1"/>
          </p:cNvSpPr>
          <p:nvPr>
            <p:ph type="ctrTitle"/>
          </p:nvPr>
        </p:nvSpPr>
        <p:spPr>
          <a:xfrm>
            <a:off x="448270" y="6689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3"/>
          <p:cNvSpPr txBox="1">
            <a:spLocks noGrp="1"/>
          </p:cNvSpPr>
          <p:nvPr>
            <p:ph type="subTitle" idx="1"/>
          </p:nvPr>
        </p:nvSpPr>
        <p:spPr>
          <a:xfrm>
            <a:off x="448270" y="1585135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117" name="Google Shape;117;p3"/>
          <p:cNvGrpSpPr/>
          <p:nvPr/>
        </p:nvGrpSpPr>
        <p:grpSpPr>
          <a:xfrm>
            <a:off x="28550" y="2196764"/>
            <a:ext cx="9094048" cy="2946825"/>
            <a:chOff x="28544" y="3514688"/>
            <a:chExt cx="9094048" cy="1628800"/>
          </a:xfrm>
        </p:grpSpPr>
        <p:sp>
          <p:nvSpPr>
            <p:cNvPr id="118" name="Google Shape;118;p3"/>
            <p:cNvSpPr/>
            <p:nvPr/>
          </p:nvSpPr>
          <p:spPr>
            <a:xfrm>
              <a:off x="300032" y="4491616"/>
              <a:ext cx="228608" cy="651872"/>
            </a:xfrm>
            <a:custGeom>
              <a:avLst/>
              <a:gdLst/>
              <a:ahLst/>
              <a:cxnLst/>
              <a:rect l="l" t="t" r="r" b="b"/>
              <a:pathLst>
                <a:path w="7144" h="20371" extrusionOk="0">
                  <a:moveTo>
                    <a:pt x="0" y="0"/>
                  </a:moveTo>
                  <a:lnTo>
                    <a:pt x="0" y="20371"/>
                  </a:lnTo>
                  <a:lnTo>
                    <a:pt x="7144" y="20371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28544" y="4220160"/>
              <a:ext cx="228640" cy="923328"/>
            </a:xfrm>
            <a:custGeom>
              <a:avLst/>
              <a:gdLst/>
              <a:ahLst/>
              <a:cxnLst/>
              <a:rect l="l" t="t" r="r" b="b"/>
              <a:pathLst>
                <a:path w="7145" h="28854" extrusionOk="0">
                  <a:moveTo>
                    <a:pt x="1" y="0"/>
                  </a:moveTo>
                  <a:lnTo>
                    <a:pt x="1" y="28854"/>
                  </a:lnTo>
                  <a:lnTo>
                    <a:pt x="7145" y="28854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576832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853664" y="4120128"/>
              <a:ext cx="230400" cy="1023360"/>
            </a:xfrm>
            <a:custGeom>
              <a:avLst/>
              <a:gdLst/>
              <a:ahLst/>
              <a:cxnLst/>
              <a:rect l="l" t="t" r="r" b="b"/>
              <a:pathLst>
                <a:path w="7200" h="31980" extrusionOk="0">
                  <a:moveTo>
                    <a:pt x="0" y="1"/>
                  </a:moveTo>
                  <a:lnTo>
                    <a:pt x="0" y="31980"/>
                  </a:lnTo>
                  <a:lnTo>
                    <a:pt x="7200" y="3198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130496" y="4627328"/>
              <a:ext cx="230400" cy="516160"/>
            </a:xfrm>
            <a:custGeom>
              <a:avLst/>
              <a:gdLst/>
              <a:ahLst/>
              <a:cxnLst/>
              <a:rect l="l" t="t" r="r" b="b"/>
              <a:pathLst>
                <a:path w="7200" h="16130" extrusionOk="0">
                  <a:moveTo>
                    <a:pt x="0" y="1"/>
                  </a:moveTo>
                  <a:lnTo>
                    <a:pt x="0" y="16130"/>
                  </a:lnTo>
                  <a:lnTo>
                    <a:pt x="7200" y="1613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1409088" y="3821888"/>
              <a:ext cx="228640" cy="1321600"/>
            </a:xfrm>
            <a:custGeom>
              <a:avLst/>
              <a:gdLst/>
              <a:ahLst/>
              <a:cxnLst/>
              <a:rect l="l" t="t" r="r" b="b"/>
              <a:pathLst>
                <a:path w="7145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144" y="41300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1685920" y="4175488"/>
              <a:ext cx="230400" cy="968000"/>
            </a:xfrm>
            <a:custGeom>
              <a:avLst/>
              <a:gdLst/>
              <a:ahLst/>
              <a:cxnLst/>
              <a:rect l="l" t="t" r="r" b="b"/>
              <a:pathLst>
                <a:path w="7200" h="30250" extrusionOk="0">
                  <a:moveTo>
                    <a:pt x="0" y="1"/>
                  </a:moveTo>
                  <a:lnTo>
                    <a:pt x="0" y="30250"/>
                  </a:lnTo>
                  <a:lnTo>
                    <a:pt x="7200" y="3025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1962720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239552" y="4355872"/>
              <a:ext cx="230400" cy="787616"/>
            </a:xfrm>
            <a:custGeom>
              <a:avLst/>
              <a:gdLst/>
              <a:ahLst/>
              <a:cxnLst/>
              <a:rect l="l" t="t" r="r" b="b"/>
              <a:pathLst>
                <a:path w="7200" h="24613" extrusionOk="0">
                  <a:moveTo>
                    <a:pt x="0" y="1"/>
                  </a:moveTo>
                  <a:lnTo>
                    <a:pt x="0" y="24613"/>
                  </a:lnTo>
                  <a:lnTo>
                    <a:pt x="7200" y="24613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516384" y="3821888"/>
              <a:ext cx="230400" cy="1321600"/>
            </a:xfrm>
            <a:custGeom>
              <a:avLst/>
              <a:gdLst/>
              <a:ahLst/>
              <a:cxnLst/>
              <a:rect l="l" t="t" r="r" b="b"/>
              <a:pathLst>
                <a:path w="7200" h="41300" extrusionOk="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794976" y="4175488"/>
              <a:ext cx="228640" cy="968000"/>
            </a:xfrm>
            <a:custGeom>
              <a:avLst/>
              <a:gdLst/>
              <a:ahLst/>
              <a:cxnLst/>
              <a:rect l="l" t="t" r="r" b="b"/>
              <a:pathLst>
                <a:path w="7145" h="30250" extrusionOk="0">
                  <a:moveTo>
                    <a:pt x="1" y="1"/>
                  </a:moveTo>
                  <a:lnTo>
                    <a:pt x="1" y="30250"/>
                  </a:lnTo>
                  <a:lnTo>
                    <a:pt x="7144" y="3025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3071808" y="3659360"/>
              <a:ext cx="230400" cy="1484128"/>
            </a:xfrm>
            <a:custGeom>
              <a:avLst/>
              <a:gdLst/>
              <a:ahLst/>
              <a:cxnLst/>
              <a:rect l="l" t="t" r="r" b="b"/>
              <a:pathLst>
                <a:path w="7200" h="46379" extrusionOk="0">
                  <a:moveTo>
                    <a:pt x="0" y="1"/>
                  </a:moveTo>
                  <a:lnTo>
                    <a:pt x="0" y="46379"/>
                  </a:lnTo>
                  <a:lnTo>
                    <a:pt x="7200" y="46379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3348608" y="3821888"/>
              <a:ext cx="230432" cy="1321600"/>
            </a:xfrm>
            <a:custGeom>
              <a:avLst/>
              <a:gdLst/>
              <a:ahLst/>
              <a:cxnLst/>
              <a:rect l="l" t="t" r="r" b="b"/>
              <a:pathLst>
                <a:path w="7201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3625440" y="4220160"/>
              <a:ext cx="230400" cy="923328"/>
            </a:xfrm>
            <a:custGeom>
              <a:avLst/>
              <a:gdLst/>
              <a:ahLst/>
              <a:cxnLst/>
              <a:rect l="l" t="t" r="r" b="b"/>
              <a:pathLst>
                <a:path w="7200" h="28854" extrusionOk="0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904032" y="4491616"/>
              <a:ext cx="228640" cy="651872"/>
            </a:xfrm>
            <a:custGeom>
              <a:avLst/>
              <a:gdLst/>
              <a:ahLst/>
              <a:cxnLst/>
              <a:rect l="l" t="t" r="r" b="b"/>
              <a:pathLst>
                <a:path w="7145" h="20371" extrusionOk="0">
                  <a:moveTo>
                    <a:pt x="1" y="0"/>
                  </a:moveTo>
                  <a:lnTo>
                    <a:pt x="1" y="20371"/>
                  </a:lnTo>
                  <a:lnTo>
                    <a:pt x="7145" y="20371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4180864" y="4284448"/>
              <a:ext cx="230432" cy="859040"/>
            </a:xfrm>
            <a:custGeom>
              <a:avLst/>
              <a:gdLst/>
              <a:ahLst/>
              <a:cxnLst/>
              <a:rect l="l" t="t" r="r" b="b"/>
              <a:pathLst>
                <a:path w="7201" h="26845" extrusionOk="0">
                  <a:moveTo>
                    <a:pt x="0" y="0"/>
                  </a:moveTo>
                  <a:lnTo>
                    <a:pt x="0" y="26845"/>
                  </a:lnTo>
                  <a:lnTo>
                    <a:pt x="7200" y="26845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4457696" y="4004032"/>
              <a:ext cx="230400" cy="1139456"/>
            </a:xfrm>
            <a:custGeom>
              <a:avLst/>
              <a:gdLst/>
              <a:ahLst/>
              <a:cxnLst/>
              <a:rect l="l" t="t" r="r" b="b"/>
              <a:pathLst>
                <a:path w="7200" h="35608" extrusionOk="0">
                  <a:moveTo>
                    <a:pt x="0" y="1"/>
                  </a:moveTo>
                  <a:lnTo>
                    <a:pt x="0" y="35608"/>
                  </a:lnTo>
                  <a:lnTo>
                    <a:pt x="7200" y="35608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4734496" y="3821888"/>
              <a:ext cx="230432" cy="1321600"/>
            </a:xfrm>
            <a:custGeom>
              <a:avLst/>
              <a:gdLst/>
              <a:ahLst/>
              <a:cxnLst/>
              <a:rect l="l" t="t" r="r" b="b"/>
              <a:pathLst>
                <a:path w="7201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011328" y="3514688"/>
              <a:ext cx="230400" cy="1628800"/>
            </a:xfrm>
            <a:custGeom>
              <a:avLst/>
              <a:gdLst/>
              <a:ahLst/>
              <a:cxnLst/>
              <a:rect l="l" t="t" r="r" b="b"/>
              <a:pathLst>
                <a:path w="7200" h="50900" extrusionOk="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289920" y="3939744"/>
              <a:ext cx="228640" cy="1203744"/>
            </a:xfrm>
            <a:custGeom>
              <a:avLst/>
              <a:gdLst/>
              <a:ahLst/>
              <a:cxnLst/>
              <a:rect l="l" t="t" r="r" b="b"/>
              <a:pathLst>
                <a:path w="7145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145" y="37617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566752" y="3704000"/>
              <a:ext cx="230432" cy="1439488"/>
            </a:xfrm>
            <a:custGeom>
              <a:avLst/>
              <a:gdLst/>
              <a:ahLst/>
              <a:cxnLst/>
              <a:rect l="l" t="t" r="r" b="b"/>
              <a:pathLst>
                <a:path w="7201" h="44984" extrusionOk="0">
                  <a:moveTo>
                    <a:pt x="0" y="1"/>
                  </a:moveTo>
                  <a:lnTo>
                    <a:pt x="0" y="44984"/>
                  </a:lnTo>
                  <a:lnTo>
                    <a:pt x="7200" y="44984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843584" y="3821888"/>
              <a:ext cx="230400" cy="1321600"/>
            </a:xfrm>
            <a:custGeom>
              <a:avLst/>
              <a:gdLst/>
              <a:ahLst/>
              <a:cxnLst/>
              <a:rect l="l" t="t" r="r" b="b"/>
              <a:pathLst>
                <a:path w="7200" h="41300" extrusionOk="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6120384" y="4329088"/>
              <a:ext cx="230432" cy="814400"/>
            </a:xfrm>
            <a:custGeom>
              <a:avLst/>
              <a:gdLst/>
              <a:ahLst/>
              <a:cxnLst/>
              <a:rect l="l" t="t" r="r" b="b"/>
              <a:pathLst>
                <a:path w="7201" h="25450" extrusionOk="0">
                  <a:moveTo>
                    <a:pt x="1" y="0"/>
                  </a:moveTo>
                  <a:lnTo>
                    <a:pt x="1" y="25450"/>
                  </a:lnTo>
                  <a:lnTo>
                    <a:pt x="7200" y="2545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6399008" y="4120128"/>
              <a:ext cx="228608" cy="1023360"/>
            </a:xfrm>
            <a:custGeom>
              <a:avLst/>
              <a:gdLst/>
              <a:ahLst/>
              <a:cxnLst/>
              <a:rect l="l" t="t" r="r" b="b"/>
              <a:pathLst>
                <a:path w="7144" h="31980" extrusionOk="0">
                  <a:moveTo>
                    <a:pt x="0" y="1"/>
                  </a:moveTo>
                  <a:lnTo>
                    <a:pt x="0" y="31980"/>
                  </a:lnTo>
                  <a:lnTo>
                    <a:pt x="7144" y="3198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6675808" y="4538048"/>
              <a:ext cx="230432" cy="605440"/>
            </a:xfrm>
            <a:custGeom>
              <a:avLst/>
              <a:gdLst/>
              <a:ahLst/>
              <a:cxnLst/>
              <a:rect l="l" t="t" r="r" b="b"/>
              <a:pathLst>
                <a:path w="7201" h="18920" extrusionOk="0">
                  <a:moveTo>
                    <a:pt x="1" y="0"/>
                  </a:moveTo>
                  <a:lnTo>
                    <a:pt x="1" y="18920"/>
                  </a:lnTo>
                  <a:lnTo>
                    <a:pt x="7200" y="1892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6952640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229472" y="4220160"/>
              <a:ext cx="230400" cy="923328"/>
            </a:xfrm>
            <a:custGeom>
              <a:avLst/>
              <a:gdLst/>
              <a:ahLst/>
              <a:cxnLst/>
              <a:rect l="l" t="t" r="r" b="b"/>
              <a:pathLst>
                <a:path w="7200" h="28854" extrusionOk="0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506272" y="3768288"/>
              <a:ext cx="230432" cy="1375200"/>
            </a:xfrm>
            <a:custGeom>
              <a:avLst/>
              <a:gdLst/>
              <a:ahLst/>
              <a:cxnLst/>
              <a:rect l="l" t="t" r="r" b="b"/>
              <a:pathLst>
                <a:path w="7201" h="42975" extrusionOk="0">
                  <a:moveTo>
                    <a:pt x="1" y="1"/>
                  </a:moveTo>
                  <a:lnTo>
                    <a:pt x="1" y="42975"/>
                  </a:lnTo>
                  <a:lnTo>
                    <a:pt x="7200" y="42975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7784896" y="4004032"/>
              <a:ext cx="228608" cy="1139456"/>
            </a:xfrm>
            <a:custGeom>
              <a:avLst/>
              <a:gdLst/>
              <a:ahLst/>
              <a:cxnLst/>
              <a:rect l="l" t="t" r="r" b="b"/>
              <a:pathLst>
                <a:path w="7144" h="35608" extrusionOk="0">
                  <a:moveTo>
                    <a:pt x="0" y="1"/>
                  </a:moveTo>
                  <a:lnTo>
                    <a:pt x="0" y="35608"/>
                  </a:lnTo>
                  <a:lnTo>
                    <a:pt x="7144" y="3560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8061696" y="3596864"/>
              <a:ext cx="230432" cy="1546624"/>
            </a:xfrm>
            <a:custGeom>
              <a:avLst/>
              <a:gdLst/>
              <a:ahLst/>
              <a:cxnLst/>
              <a:rect l="l" t="t" r="r" b="b"/>
              <a:pathLst>
                <a:path w="7201" h="48332" extrusionOk="0">
                  <a:moveTo>
                    <a:pt x="1" y="0"/>
                  </a:moveTo>
                  <a:lnTo>
                    <a:pt x="1" y="48332"/>
                  </a:lnTo>
                  <a:lnTo>
                    <a:pt x="7200" y="48332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8338528" y="3514688"/>
              <a:ext cx="230400" cy="1628800"/>
            </a:xfrm>
            <a:custGeom>
              <a:avLst/>
              <a:gdLst/>
              <a:ahLst/>
              <a:cxnLst/>
              <a:rect l="l" t="t" r="r" b="b"/>
              <a:pathLst>
                <a:path w="7200" h="50900" extrusionOk="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8615360" y="3939744"/>
              <a:ext cx="230400" cy="1203744"/>
            </a:xfrm>
            <a:custGeom>
              <a:avLst/>
              <a:gdLst/>
              <a:ahLst/>
              <a:cxnLst/>
              <a:rect l="l" t="t" r="r" b="b"/>
              <a:pathLst>
                <a:path w="7200" h="37617" extrusionOk="0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8893952" y="3596864"/>
              <a:ext cx="228640" cy="1546624"/>
            </a:xfrm>
            <a:custGeom>
              <a:avLst/>
              <a:gdLst/>
              <a:ahLst/>
              <a:cxnLst/>
              <a:rect l="l" t="t" r="r" b="b"/>
              <a:pathLst>
                <a:path w="7145" h="48332" extrusionOk="0">
                  <a:moveTo>
                    <a:pt x="1" y="0"/>
                  </a:moveTo>
                  <a:lnTo>
                    <a:pt x="1" y="48332"/>
                  </a:lnTo>
                  <a:lnTo>
                    <a:pt x="7144" y="48332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3"/>
          <p:cNvGrpSpPr/>
          <p:nvPr/>
        </p:nvGrpSpPr>
        <p:grpSpPr>
          <a:xfrm>
            <a:off x="28550" y="3359978"/>
            <a:ext cx="9094048" cy="1783611"/>
            <a:chOff x="28544" y="4157632"/>
            <a:chExt cx="9094048" cy="985856"/>
          </a:xfrm>
        </p:grpSpPr>
        <p:sp>
          <p:nvSpPr>
            <p:cNvPr id="152" name="Google Shape;152;p3"/>
            <p:cNvSpPr/>
            <p:nvPr/>
          </p:nvSpPr>
          <p:spPr>
            <a:xfrm>
              <a:off x="435744" y="4782720"/>
              <a:ext cx="92896" cy="360768"/>
            </a:xfrm>
            <a:custGeom>
              <a:avLst/>
              <a:gdLst/>
              <a:ahLst/>
              <a:cxnLst/>
              <a:rect l="l" t="t" r="r" b="b"/>
              <a:pathLst>
                <a:path w="2903" h="11274" extrusionOk="0">
                  <a:moveTo>
                    <a:pt x="1" y="0"/>
                  </a:moveTo>
                  <a:lnTo>
                    <a:pt x="1" y="11274"/>
                  </a:lnTo>
                  <a:lnTo>
                    <a:pt x="2903" y="11274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300032" y="4638048"/>
              <a:ext cx="92896" cy="505440"/>
            </a:xfrm>
            <a:custGeom>
              <a:avLst/>
              <a:gdLst/>
              <a:ahLst/>
              <a:cxnLst/>
              <a:rect l="l" t="t" r="r" b="b"/>
              <a:pathLst>
                <a:path w="2903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02" y="15795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164288" y="4571968"/>
              <a:ext cx="92896" cy="571520"/>
            </a:xfrm>
            <a:custGeom>
              <a:avLst/>
              <a:gdLst/>
              <a:ahLst/>
              <a:cxnLst/>
              <a:rect l="l" t="t" r="r" b="b"/>
              <a:pathLst>
                <a:path w="2903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03" y="17860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28544" y="4739840"/>
              <a:ext cx="92928" cy="403648"/>
            </a:xfrm>
            <a:custGeom>
              <a:avLst/>
              <a:gdLst/>
              <a:ahLst/>
              <a:cxnLst/>
              <a:rect l="l" t="t" r="r" b="b"/>
              <a:pathLst>
                <a:path w="2904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03" y="12614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712576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76832" y="4752352"/>
              <a:ext cx="94688" cy="391136"/>
            </a:xfrm>
            <a:custGeom>
              <a:avLst/>
              <a:gdLst/>
              <a:ahLst/>
              <a:cxnLst/>
              <a:rect l="l" t="t" r="r" b="b"/>
              <a:pathLst>
                <a:path w="2959" h="12223" extrusionOk="0">
                  <a:moveTo>
                    <a:pt x="1" y="1"/>
                  </a:moveTo>
                  <a:lnTo>
                    <a:pt x="1" y="12223"/>
                  </a:lnTo>
                  <a:lnTo>
                    <a:pt x="2959" y="12223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989408" y="4386240"/>
              <a:ext cx="94656" cy="757248"/>
            </a:xfrm>
            <a:custGeom>
              <a:avLst/>
              <a:gdLst/>
              <a:ahLst/>
              <a:cxnLst/>
              <a:rect l="l" t="t" r="r" b="b"/>
              <a:pathLst>
                <a:path w="2958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853664" y="4500544"/>
              <a:ext cx="94688" cy="642944"/>
            </a:xfrm>
            <a:custGeom>
              <a:avLst/>
              <a:gdLst/>
              <a:ahLst/>
              <a:cxnLst/>
              <a:rect l="l" t="t" r="r" b="b"/>
              <a:pathLst>
                <a:path w="2959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2958" y="2009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1266208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130496" y="4518400"/>
              <a:ext cx="94688" cy="625088"/>
            </a:xfrm>
            <a:custGeom>
              <a:avLst/>
              <a:gdLst/>
              <a:ahLst/>
              <a:cxnLst/>
              <a:rect l="l" t="t" r="r" b="b"/>
              <a:pathLst>
                <a:path w="2959" h="19534" extrusionOk="0">
                  <a:moveTo>
                    <a:pt x="0" y="0"/>
                  </a:moveTo>
                  <a:lnTo>
                    <a:pt x="0" y="19534"/>
                  </a:lnTo>
                  <a:lnTo>
                    <a:pt x="2958" y="1953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1543040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1407296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1821632" y="4457664"/>
              <a:ext cx="92896" cy="685824"/>
            </a:xfrm>
            <a:custGeom>
              <a:avLst/>
              <a:gdLst/>
              <a:ahLst/>
              <a:cxnLst/>
              <a:rect l="l" t="t" r="r" b="b"/>
              <a:pathLst>
                <a:path w="2903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03" y="21432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1685920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098464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1962720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75296" y="4711264"/>
              <a:ext cx="94656" cy="432224"/>
            </a:xfrm>
            <a:custGeom>
              <a:avLst/>
              <a:gdLst/>
              <a:ahLst/>
              <a:cxnLst/>
              <a:rect l="l" t="t" r="r" b="b"/>
              <a:pathLst>
                <a:path w="2958" h="13507" extrusionOk="0">
                  <a:moveTo>
                    <a:pt x="0" y="1"/>
                  </a:moveTo>
                  <a:lnTo>
                    <a:pt x="0" y="13507"/>
                  </a:lnTo>
                  <a:lnTo>
                    <a:pt x="2958" y="1350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239552" y="4536256"/>
              <a:ext cx="94688" cy="607232"/>
            </a:xfrm>
            <a:custGeom>
              <a:avLst/>
              <a:gdLst/>
              <a:ahLst/>
              <a:cxnLst/>
              <a:rect l="l" t="t" r="r" b="b"/>
              <a:pathLst>
                <a:path w="2959" h="18976" extrusionOk="0">
                  <a:moveTo>
                    <a:pt x="0" y="0"/>
                  </a:moveTo>
                  <a:lnTo>
                    <a:pt x="0" y="18976"/>
                  </a:lnTo>
                  <a:lnTo>
                    <a:pt x="2958" y="18976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652096" y="4704128"/>
              <a:ext cx="94688" cy="439360"/>
            </a:xfrm>
            <a:custGeom>
              <a:avLst/>
              <a:gdLst/>
              <a:ahLst/>
              <a:cxnLst/>
              <a:rect l="l" t="t" r="r" b="b"/>
              <a:pathLst>
                <a:path w="2959" h="13730" extrusionOk="0">
                  <a:moveTo>
                    <a:pt x="1" y="1"/>
                  </a:moveTo>
                  <a:lnTo>
                    <a:pt x="1" y="13730"/>
                  </a:lnTo>
                  <a:lnTo>
                    <a:pt x="2959" y="1373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2516384" y="4764864"/>
              <a:ext cx="94688" cy="378624"/>
            </a:xfrm>
            <a:custGeom>
              <a:avLst/>
              <a:gdLst/>
              <a:ahLst/>
              <a:cxnLst/>
              <a:rect l="l" t="t" r="r" b="b"/>
              <a:pathLst>
                <a:path w="2959" h="11832" extrusionOk="0">
                  <a:moveTo>
                    <a:pt x="0" y="0"/>
                  </a:moveTo>
                  <a:lnTo>
                    <a:pt x="0" y="11832"/>
                  </a:lnTo>
                  <a:lnTo>
                    <a:pt x="2958" y="1183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2930720" y="4421952"/>
              <a:ext cx="92896" cy="721536"/>
            </a:xfrm>
            <a:custGeom>
              <a:avLst/>
              <a:gdLst/>
              <a:ahLst/>
              <a:cxnLst/>
              <a:rect l="l" t="t" r="r" b="b"/>
              <a:pathLst>
                <a:path w="2903" h="22548" extrusionOk="0">
                  <a:moveTo>
                    <a:pt x="0" y="1"/>
                  </a:moveTo>
                  <a:lnTo>
                    <a:pt x="0" y="22548"/>
                  </a:lnTo>
                  <a:lnTo>
                    <a:pt x="2902" y="22548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794976" y="4638048"/>
              <a:ext cx="92896" cy="505440"/>
            </a:xfrm>
            <a:custGeom>
              <a:avLst/>
              <a:gdLst/>
              <a:ahLst/>
              <a:cxnLst/>
              <a:rect l="l" t="t" r="r" b="b"/>
              <a:pathLst>
                <a:path w="2903" h="15795" extrusionOk="0">
                  <a:moveTo>
                    <a:pt x="1" y="1"/>
                  </a:moveTo>
                  <a:lnTo>
                    <a:pt x="1" y="15795"/>
                  </a:lnTo>
                  <a:lnTo>
                    <a:pt x="2903" y="1579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207520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1" y="0"/>
                  </a:moveTo>
                  <a:lnTo>
                    <a:pt x="1" y="23664"/>
                  </a:lnTo>
                  <a:lnTo>
                    <a:pt x="2959" y="2366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071808" y="4314784"/>
              <a:ext cx="94688" cy="828704"/>
            </a:xfrm>
            <a:custGeom>
              <a:avLst/>
              <a:gdLst/>
              <a:ahLst/>
              <a:cxnLst/>
              <a:rect l="l" t="t" r="r" b="b"/>
              <a:pathLst>
                <a:path w="2959" h="25897" extrusionOk="0">
                  <a:moveTo>
                    <a:pt x="0" y="1"/>
                  </a:moveTo>
                  <a:lnTo>
                    <a:pt x="0" y="25897"/>
                  </a:lnTo>
                  <a:lnTo>
                    <a:pt x="2958" y="2589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484352" y="4530912"/>
              <a:ext cx="94688" cy="612576"/>
            </a:xfrm>
            <a:custGeom>
              <a:avLst/>
              <a:gdLst/>
              <a:ahLst/>
              <a:cxnLst/>
              <a:rect l="l" t="t" r="r" b="b"/>
              <a:pathLst>
                <a:path w="2959" h="19143" extrusionOk="0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3348608" y="4314784"/>
              <a:ext cx="94688" cy="828704"/>
            </a:xfrm>
            <a:custGeom>
              <a:avLst/>
              <a:gdLst/>
              <a:ahLst/>
              <a:cxnLst/>
              <a:rect l="l" t="t" r="r" b="b"/>
              <a:pathLst>
                <a:path w="2959" h="25897" extrusionOk="0">
                  <a:moveTo>
                    <a:pt x="1" y="1"/>
                  </a:moveTo>
                  <a:lnTo>
                    <a:pt x="1" y="25897"/>
                  </a:lnTo>
                  <a:lnTo>
                    <a:pt x="2959" y="25897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3761184" y="4739840"/>
              <a:ext cx="94656" cy="403648"/>
            </a:xfrm>
            <a:custGeom>
              <a:avLst/>
              <a:gdLst/>
              <a:ahLst/>
              <a:cxnLst/>
              <a:rect l="l" t="t" r="r" b="b"/>
              <a:pathLst>
                <a:path w="2958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3625440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0" y="1"/>
                  </a:moveTo>
                  <a:lnTo>
                    <a:pt x="0" y="21432"/>
                  </a:lnTo>
                  <a:lnTo>
                    <a:pt x="2958" y="2143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4037984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1" y="1"/>
                  </a:moveTo>
                  <a:lnTo>
                    <a:pt x="1" y="15795"/>
                  </a:lnTo>
                  <a:lnTo>
                    <a:pt x="2959" y="1579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3902272" y="4836288"/>
              <a:ext cx="94656" cy="307200"/>
            </a:xfrm>
            <a:custGeom>
              <a:avLst/>
              <a:gdLst/>
              <a:ahLst/>
              <a:cxnLst/>
              <a:rect l="l" t="t" r="r" b="b"/>
              <a:pathLst>
                <a:path w="2958" h="9600" extrusionOk="0">
                  <a:moveTo>
                    <a:pt x="0" y="1"/>
                  </a:moveTo>
                  <a:lnTo>
                    <a:pt x="0" y="9600"/>
                  </a:lnTo>
                  <a:lnTo>
                    <a:pt x="2958" y="960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4316608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418086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4593408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4457696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4870240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4734496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5147072" y="4157632"/>
              <a:ext cx="94656" cy="985856"/>
            </a:xfrm>
            <a:custGeom>
              <a:avLst/>
              <a:gdLst/>
              <a:ahLst/>
              <a:cxnLst/>
              <a:rect l="l" t="t" r="r" b="b"/>
              <a:pathLst>
                <a:path w="2958" h="30808" extrusionOk="0">
                  <a:moveTo>
                    <a:pt x="0" y="1"/>
                  </a:moveTo>
                  <a:lnTo>
                    <a:pt x="0" y="30808"/>
                  </a:lnTo>
                  <a:lnTo>
                    <a:pt x="2958" y="30808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5011328" y="4229088"/>
              <a:ext cx="94688" cy="914400"/>
            </a:xfrm>
            <a:custGeom>
              <a:avLst/>
              <a:gdLst/>
              <a:ahLst/>
              <a:cxnLst/>
              <a:rect l="l" t="t" r="r" b="b"/>
              <a:pathLst>
                <a:path w="2959" h="28575" extrusionOk="0">
                  <a:moveTo>
                    <a:pt x="0" y="0"/>
                  </a:moveTo>
                  <a:lnTo>
                    <a:pt x="0" y="28575"/>
                  </a:lnTo>
                  <a:lnTo>
                    <a:pt x="2958" y="2857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5425664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5289920" y="4277280"/>
              <a:ext cx="94688" cy="866208"/>
            </a:xfrm>
            <a:custGeom>
              <a:avLst/>
              <a:gdLst/>
              <a:ahLst/>
              <a:cxnLst/>
              <a:rect l="l" t="t" r="r" b="b"/>
              <a:pathLst>
                <a:path w="2959" h="27069" extrusionOk="0">
                  <a:moveTo>
                    <a:pt x="1" y="1"/>
                  </a:moveTo>
                  <a:lnTo>
                    <a:pt x="1" y="27069"/>
                  </a:lnTo>
                  <a:lnTo>
                    <a:pt x="2959" y="2706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5702496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5566752" y="4416608"/>
              <a:ext cx="94688" cy="726880"/>
            </a:xfrm>
            <a:custGeom>
              <a:avLst/>
              <a:gdLst/>
              <a:ahLst/>
              <a:cxnLst/>
              <a:rect l="l" t="t" r="r" b="b"/>
              <a:pathLst>
                <a:path w="2959" h="22715" extrusionOk="0">
                  <a:moveTo>
                    <a:pt x="0" y="0"/>
                  </a:moveTo>
                  <a:lnTo>
                    <a:pt x="0" y="22715"/>
                  </a:lnTo>
                  <a:lnTo>
                    <a:pt x="2958" y="2271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5979296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843584" y="4813088"/>
              <a:ext cx="94688" cy="330400"/>
            </a:xfrm>
            <a:custGeom>
              <a:avLst/>
              <a:gdLst/>
              <a:ahLst/>
              <a:cxnLst/>
              <a:rect l="l" t="t" r="r" b="b"/>
              <a:pathLst>
                <a:path w="2959" h="10325" extrusionOk="0">
                  <a:moveTo>
                    <a:pt x="0" y="0"/>
                  </a:moveTo>
                  <a:lnTo>
                    <a:pt x="0" y="10325"/>
                  </a:lnTo>
                  <a:lnTo>
                    <a:pt x="2958" y="1032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6256128" y="4807712"/>
              <a:ext cx="94688" cy="335776"/>
            </a:xfrm>
            <a:custGeom>
              <a:avLst/>
              <a:gdLst/>
              <a:ahLst/>
              <a:cxnLst/>
              <a:rect l="l" t="t" r="r" b="b"/>
              <a:pathLst>
                <a:path w="2959" h="10493" extrusionOk="0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61203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6534720" y="4505888"/>
              <a:ext cx="92896" cy="637600"/>
            </a:xfrm>
            <a:custGeom>
              <a:avLst/>
              <a:gdLst/>
              <a:ahLst/>
              <a:cxnLst/>
              <a:rect l="l" t="t" r="r" b="b"/>
              <a:pathLst>
                <a:path w="2903" h="19925" extrusionOk="0">
                  <a:moveTo>
                    <a:pt x="1" y="1"/>
                  </a:moveTo>
                  <a:lnTo>
                    <a:pt x="1" y="19925"/>
                  </a:lnTo>
                  <a:lnTo>
                    <a:pt x="2903" y="1992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6399008" y="4739840"/>
              <a:ext cx="92896" cy="403648"/>
            </a:xfrm>
            <a:custGeom>
              <a:avLst/>
              <a:gdLst/>
              <a:ahLst/>
              <a:cxnLst/>
              <a:rect l="l" t="t" r="r" b="b"/>
              <a:pathLst>
                <a:path w="2903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02" y="12614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6811552" y="4807712"/>
              <a:ext cx="94688" cy="335776"/>
            </a:xfrm>
            <a:custGeom>
              <a:avLst/>
              <a:gdLst/>
              <a:ahLst/>
              <a:cxnLst/>
              <a:rect l="l" t="t" r="r" b="b"/>
              <a:pathLst>
                <a:path w="2959" h="10493" extrusionOk="0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6675808" y="4614848"/>
              <a:ext cx="94688" cy="528640"/>
            </a:xfrm>
            <a:custGeom>
              <a:avLst/>
              <a:gdLst/>
              <a:ahLst/>
              <a:cxnLst/>
              <a:rect l="l" t="t" r="r" b="b"/>
              <a:pathLst>
                <a:path w="2959" h="16520" extrusionOk="0">
                  <a:moveTo>
                    <a:pt x="1" y="0"/>
                  </a:moveTo>
                  <a:lnTo>
                    <a:pt x="1" y="16520"/>
                  </a:lnTo>
                  <a:lnTo>
                    <a:pt x="2959" y="16520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70883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6952640" y="4530912"/>
              <a:ext cx="94688" cy="612576"/>
            </a:xfrm>
            <a:custGeom>
              <a:avLst/>
              <a:gdLst/>
              <a:ahLst/>
              <a:cxnLst/>
              <a:rect l="l" t="t" r="r" b="b"/>
              <a:pathLst>
                <a:path w="2959" h="19143" extrusionOk="0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73651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7229472" y="4825568"/>
              <a:ext cx="94688" cy="317920"/>
            </a:xfrm>
            <a:custGeom>
              <a:avLst/>
              <a:gdLst/>
              <a:ahLst/>
              <a:cxnLst/>
              <a:rect l="l" t="t" r="r" b="b"/>
              <a:pathLst>
                <a:path w="2959" h="9935" extrusionOk="0">
                  <a:moveTo>
                    <a:pt x="0" y="1"/>
                  </a:moveTo>
                  <a:lnTo>
                    <a:pt x="0" y="9935"/>
                  </a:lnTo>
                  <a:lnTo>
                    <a:pt x="2958" y="993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7643808" y="4632704"/>
              <a:ext cx="92896" cy="510784"/>
            </a:xfrm>
            <a:custGeom>
              <a:avLst/>
              <a:gdLst/>
              <a:ahLst/>
              <a:cxnLst/>
              <a:rect l="l" t="t" r="r" b="b"/>
              <a:pathLst>
                <a:path w="2903" h="15962" extrusionOk="0">
                  <a:moveTo>
                    <a:pt x="0" y="0"/>
                  </a:moveTo>
                  <a:lnTo>
                    <a:pt x="0" y="15962"/>
                  </a:lnTo>
                  <a:lnTo>
                    <a:pt x="2902" y="1596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7506272" y="4963104"/>
              <a:ext cx="94688" cy="180384"/>
            </a:xfrm>
            <a:custGeom>
              <a:avLst/>
              <a:gdLst/>
              <a:ahLst/>
              <a:cxnLst/>
              <a:rect l="l" t="t" r="r" b="b"/>
              <a:pathLst>
                <a:path w="2959" h="5637" extrusionOk="0">
                  <a:moveTo>
                    <a:pt x="1" y="0"/>
                  </a:moveTo>
                  <a:lnTo>
                    <a:pt x="1" y="5637"/>
                  </a:lnTo>
                  <a:lnTo>
                    <a:pt x="2959" y="5637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7920608" y="4909504"/>
              <a:ext cx="94688" cy="233984"/>
            </a:xfrm>
            <a:custGeom>
              <a:avLst/>
              <a:gdLst/>
              <a:ahLst/>
              <a:cxnLst/>
              <a:rect l="l" t="t" r="r" b="b"/>
              <a:pathLst>
                <a:path w="2959" h="7312" extrusionOk="0">
                  <a:moveTo>
                    <a:pt x="1" y="1"/>
                  </a:moveTo>
                  <a:lnTo>
                    <a:pt x="1" y="7312"/>
                  </a:lnTo>
                  <a:lnTo>
                    <a:pt x="2959" y="731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7784896" y="4777344"/>
              <a:ext cx="94688" cy="366144"/>
            </a:xfrm>
            <a:custGeom>
              <a:avLst/>
              <a:gdLst/>
              <a:ahLst/>
              <a:cxnLst/>
              <a:rect l="l" t="t" r="r" b="b"/>
              <a:pathLst>
                <a:path w="2959" h="11442" extrusionOk="0">
                  <a:moveTo>
                    <a:pt x="0" y="1"/>
                  </a:moveTo>
                  <a:lnTo>
                    <a:pt x="0" y="11442"/>
                  </a:lnTo>
                  <a:lnTo>
                    <a:pt x="2958" y="1144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8197440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8061696" y="4777344"/>
              <a:ext cx="94688" cy="366144"/>
            </a:xfrm>
            <a:custGeom>
              <a:avLst/>
              <a:gdLst/>
              <a:ahLst/>
              <a:cxnLst/>
              <a:rect l="l" t="t" r="r" b="b"/>
              <a:pathLst>
                <a:path w="2959" h="11442" extrusionOk="0">
                  <a:moveTo>
                    <a:pt x="1" y="1"/>
                  </a:moveTo>
                  <a:lnTo>
                    <a:pt x="1" y="11442"/>
                  </a:lnTo>
                  <a:lnTo>
                    <a:pt x="2959" y="1144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8474272" y="4721984"/>
              <a:ext cx="94656" cy="421504"/>
            </a:xfrm>
            <a:custGeom>
              <a:avLst/>
              <a:gdLst/>
              <a:ahLst/>
              <a:cxnLst/>
              <a:rect l="l" t="t" r="r" b="b"/>
              <a:pathLst>
                <a:path w="2958" h="13172" extrusionOk="0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8338528" y="4488032"/>
              <a:ext cx="94688" cy="655456"/>
            </a:xfrm>
            <a:custGeom>
              <a:avLst/>
              <a:gdLst/>
              <a:ahLst/>
              <a:cxnLst/>
              <a:rect l="l" t="t" r="r" b="b"/>
              <a:pathLst>
                <a:path w="2959" h="20483" extrusionOk="0">
                  <a:moveTo>
                    <a:pt x="0" y="1"/>
                  </a:moveTo>
                  <a:lnTo>
                    <a:pt x="0" y="20483"/>
                  </a:lnTo>
                  <a:lnTo>
                    <a:pt x="2958" y="2048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8751072" y="4409440"/>
              <a:ext cx="94688" cy="734048"/>
            </a:xfrm>
            <a:custGeom>
              <a:avLst/>
              <a:gdLst/>
              <a:ahLst/>
              <a:cxnLst/>
              <a:rect l="l" t="t" r="r" b="b"/>
              <a:pathLst>
                <a:path w="2959" h="22939" extrusionOk="0">
                  <a:moveTo>
                    <a:pt x="1" y="1"/>
                  </a:moveTo>
                  <a:lnTo>
                    <a:pt x="1" y="22939"/>
                  </a:lnTo>
                  <a:lnTo>
                    <a:pt x="2959" y="2293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8615360" y="4295168"/>
              <a:ext cx="94688" cy="848320"/>
            </a:xfrm>
            <a:custGeom>
              <a:avLst/>
              <a:gdLst/>
              <a:ahLst/>
              <a:cxnLst/>
              <a:rect l="l" t="t" r="r" b="b"/>
              <a:pathLst>
                <a:path w="2959" h="26510" extrusionOk="0">
                  <a:moveTo>
                    <a:pt x="0" y="0"/>
                  </a:moveTo>
                  <a:lnTo>
                    <a:pt x="0" y="26510"/>
                  </a:lnTo>
                  <a:lnTo>
                    <a:pt x="2958" y="26510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9029696" y="4409440"/>
              <a:ext cx="92896" cy="734048"/>
            </a:xfrm>
            <a:custGeom>
              <a:avLst/>
              <a:gdLst/>
              <a:ahLst/>
              <a:cxnLst/>
              <a:rect l="l" t="t" r="r" b="b"/>
              <a:pathLst>
                <a:path w="2903" h="22939" extrusionOk="0">
                  <a:moveTo>
                    <a:pt x="0" y="1"/>
                  </a:moveTo>
                  <a:lnTo>
                    <a:pt x="0" y="22939"/>
                  </a:lnTo>
                  <a:lnTo>
                    <a:pt x="2902" y="22939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8893952" y="4180864"/>
              <a:ext cx="92896" cy="962624"/>
            </a:xfrm>
            <a:custGeom>
              <a:avLst/>
              <a:gdLst/>
              <a:ahLst/>
              <a:cxnLst/>
              <a:rect l="l" t="t" r="r" b="b"/>
              <a:pathLst>
                <a:path w="2903" h="30082" extrusionOk="0">
                  <a:moveTo>
                    <a:pt x="1" y="0"/>
                  </a:moveTo>
                  <a:lnTo>
                    <a:pt x="1" y="30082"/>
                  </a:lnTo>
                  <a:lnTo>
                    <a:pt x="2903" y="30082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00041C">
                <a:alpha val="18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"/>
          <p:cNvSpPr/>
          <p:nvPr/>
        </p:nvSpPr>
        <p:spPr>
          <a:xfrm rot="10800000" flipH="1">
            <a:off x="-25" y="1079400"/>
            <a:ext cx="9144000" cy="4064100"/>
          </a:xfrm>
          <a:prstGeom prst="rect">
            <a:avLst/>
          </a:prstGeom>
          <a:solidFill>
            <a:srgbClr val="00041C">
              <a:alpha val="18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4"/>
          <p:cNvSpPr txBox="1">
            <a:spLocks noGrp="1"/>
          </p:cNvSpPr>
          <p:nvPr>
            <p:ph type="body" idx="1"/>
          </p:nvPr>
        </p:nvSpPr>
        <p:spPr>
          <a:xfrm>
            <a:off x="1669850" y="1857000"/>
            <a:ext cx="5804400" cy="27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algn="ctr" rtl="0">
              <a:spcBef>
                <a:spcPts val="600"/>
              </a:spcBef>
              <a:spcAft>
                <a:spcPts val="0"/>
              </a:spcAft>
              <a:buSzPts val="3000"/>
              <a:buFont typeface="Titillium Web ExtraLight"/>
              <a:buChar char="▫"/>
              <a:defRPr sz="3000"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SzPts val="3000"/>
              <a:buFont typeface="Titillium Web ExtraLight"/>
              <a:buChar char="-"/>
              <a:defRPr sz="3000"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SzPts val="3000"/>
              <a:buFont typeface="Titillium Web ExtraLight"/>
              <a:buChar char="-"/>
              <a:defRPr sz="3000"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SzPts val="3000"/>
              <a:buFont typeface="Titillium Web ExtraLight"/>
              <a:buChar char="-"/>
              <a:defRPr sz="3000"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SzPts val="3000"/>
              <a:buFont typeface="Titillium Web ExtraLight"/>
              <a:buChar char="-"/>
              <a:defRPr sz="3000"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SzPts val="3000"/>
              <a:buFont typeface="Titillium Web ExtraLight"/>
              <a:buChar char="-"/>
              <a:defRPr sz="3000"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SzPts val="3000"/>
              <a:buFont typeface="Titillium Web ExtraLight"/>
              <a:buChar char="●"/>
              <a:defRPr sz="3000"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SzPts val="3000"/>
              <a:buFont typeface="Titillium Web ExtraLight"/>
              <a:buChar char="○"/>
              <a:defRPr sz="3000"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8pPr>
            <a:lvl9pPr marL="4114800" lvl="8" indent="-419100" algn="ctr">
              <a:spcBef>
                <a:spcPts val="0"/>
              </a:spcBef>
              <a:spcAft>
                <a:spcPts val="0"/>
              </a:spcAft>
              <a:buSzPts val="3000"/>
              <a:buFont typeface="Titillium Web ExtraLight"/>
              <a:buChar char="■"/>
              <a:defRPr sz="3000"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9pPr>
          </a:lstStyle>
          <a:p>
            <a:endParaRPr/>
          </a:p>
        </p:txBody>
      </p:sp>
      <p:sp>
        <p:nvSpPr>
          <p:cNvPr id="221" name="Google Shape;221;p4"/>
          <p:cNvSpPr txBox="1">
            <a:spLocks noGrp="1"/>
          </p:cNvSpPr>
          <p:nvPr>
            <p:ph type="sldNum" idx="12"/>
          </p:nvPr>
        </p:nvSpPr>
        <p:spPr>
          <a:xfrm>
            <a:off x="8586575" y="-11875"/>
            <a:ext cx="557400" cy="54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4"/>
          <p:cNvSpPr/>
          <p:nvPr/>
        </p:nvSpPr>
        <p:spPr>
          <a:xfrm>
            <a:off x="0" y="401188"/>
            <a:ext cx="9144000" cy="1293056"/>
          </a:xfrm>
          <a:custGeom>
            <a:avLst/>
            <a:gdLst/>
            <a:ahLst/>
            <a:cxnLst/>
            <a:rect l="l" t="t" r="r" b="b"/>
            <a:pathLst>
              <a:path w="285750" h="40408" extrusionOk="0">
                <a:moveTo>
                  <a:pt x="160288" y="224"/>
                </a:moveTo>
                <a:lnTo>
                  <a:pt x="160455" y="279"/>
                </a:lnTo>
                <a:lnTo>
                  <a:pt x="160623" y="335"/>
                </a:lnTo>
                <a:lnTo>
                  <a:pt x="160679" y="503"/>
                </a:lnTo>
                <a:lnTo>
                  <a:pt x="160734" y="670"/>
                </a:lnTo>
                <a:lnTo>
                  <a:pt x="160679" y="838"/>
                </a:lnTo>
                <a:lnTo>
                  <a:pt x="160623" y="1005"/>
                </a:lnTo>
                <a:lnTo>
                  <a:pt x="160455" y="1061"/>
                </a:lnTo>
                <a:lnTo>
                  <a:pt x="160288" y="1117"/>
                </a:lnTo>
                <a:lnTo>
                  <a:pt x="160120" y="1061"/>
                </a:lnTo>
                <a:lnTo>
                  <a:pt x="159953" y="1005"/>
                </a:lnTo>
                <a:lnTo>
                  <a:pt x="159897" y="838"/>
                </a:lnTo>
                <a:lnTo>
                  <a:pt x="159841" y="670"/>
                </a:lnTo>
                <a:lnTo>
                  <a:pt x="159897" y="503"/>
                </a:lnTo>
                <a:lnTo>
                  <a:pt x="159953" y="335"/>
                </a:lnTo>
                <a:lnTo>
                  <a:pt x="160120" y="279"/>
                </a:lnTo>
                <a:lnTo>
                  <a:pt x="160288" y="224"/>
                </a:lnTo>
                <a:close/>
                <a:moveTo>
                  <a:pt x="264319" y="670"/>
                </a:moveTo>
                <a:lnTo>
                  <a:pt x="264486" y="726"/>
                </a:lnTo>
                <a:lnTo>
                  <a:pt x="264654" y="782"/>
                </a:lnTo>
                <a:lnTo>
                  <a:pt x="264709" y="949"/>
                </a:lnTo>
                <a:lnTo>
                  <a:pt x="264765" y="1117"/>
                </a:lnTo>
                <a:lnTo>
                  <a:pt x="264709" y="1284"/>
                </a:lnTo>
                <a:lnTo>
                  <a:pt x="264654" y="1451"/>
                </a:lnTo>
                <a:lnTo>
                  <a:pt x="264486" y="1507"/>
                </a:lnTo>
                <a:lnTo>
                  <a:pt x="264319" y="1563"/>
                </a:lnTo>
                <a:lnTo>
                  <a:pt x="264151" y="1507"/>
                </a:lnTo>
                <a:lnTo>
                  <a:pt x="263984" y="1451"/>
                </a:lnTo>
                <a:lnTo>
                  <a:pt x="263928" y="1284"/>
                </a:lnTo>
                <a:lnTo>
                  <a:pt x="263872" y="1117"/>
                </a:lnTo>
                <a:lnTo>
                  <a:pt x="263928" y="949"/>
                </a:lnTo>
                <a:lnTo>
                  <a:pt x="263984" y="782"/>
                </a:lnTo>
                <a:lnTo>
                  <a:pt x="264151" y="726"/>
                </a:lnTo>
                <a:lnTo>
                  <a:pt x="264319" y="670"/>
                </a:lnTo>
                <a:close/>
                <a:moveTo>
                  <a:pt x="281508" y="2902"/>
                </a:moveTo>
                <a:lnTo>
                  <a:pt x="281676" y="2958"/>
                </a:lnTo>
                <a:lnTo>
                  <a:pt x="281843" y="3014"/>
                </a:lnTo>
                <a:lnTo>
                  <a:pt x="281899" y="3182"/>
                </a:lnTo>
                <a:lnTo>
                  <a:pt x="281955" y="3349"/>
                </a:lnTo>
                <a:lnTo>
                  <a:pt x="281899" y="3516"/>
                </a:lnTo>
                <a:lnTo>
                  <a:pt x="281843" y="3684"/>
                </a:lnTo>
                <a:lnTo>
                  <a:pt x="281676" y="3740"/>
                </a:lnTo>
                <a:lnTo>
                  <a:pt x="281508" y="3795"/>
                </a:lnTo>
                <a:lnTo>
                  <a:pt x="281341" y="3740"/>
                </a:lnTo>
                <a:lnTo>
                  <a:pt x="281174" y="3684"/>
                </a:lnTo>
                <a:lnTo>
                  <a:pt x="281118" y="3516"/>
                </a:lnTo>
                <a:lnTo>
                  <a:pt x="281062" y="3349"/>
                </a:lnTo>
                <a:lnTo>
                  <a:pt x="281118" y="3182"/>
                </a:lnTo>
                <a:lnTo>
                  <a:pt x="281174" y="3014"/>
                </a:lnTo>
                <a:lnTo>
                  <a:pt x="281341" y="2958"/>
                </a:lnTo>
                <a:lnTo>
                  <a:pt x="281508" y="2902"/>
                </a:lnTo>
                <a:close/>
                <a:moveTo>
                  <a:pt x="177701" y="6251"/>
                </a:moveTo>
                <a:lnTo>
                  <a:pt x="177868" y="6307"/>
                </a:lnTo>
                <a:lnTo>
                  <a:pt x="178036" y="6363"/>
                </a:lnTo>
                <a:lnTo>
                  <a:pt x="178091" y="6530"/>
                </a:lnTo>
                <a:lnTo>
                  <a:pt x="178147" y="6698"/>
                </a:lnTo>
                <a:lnTo>
                  <a:pt x="178091" y="6865"/>
                </a:lnTo>
                <a:lnTo>
                  <a:pt x="178036" y="7032"/>
                </a:lnTo>
                <a:lnTo>
                  <a:pt x="177868" y="7088"/>
                </a:lnTo>
                <a:lnTo>
                  <a:pt x="177701" y="7144"/>
                </a:lnTo>
                <a:lnTo>
                  <a:pt x="177533" y="7088"/>
                </a:lnTo>
                <a:lnTo>
                  <a:pt x="177366" y="7032"/>
                </a:lnTo>
                <a:lnTo>
                  <a:pt x="177310" y="6865"/>
                </a:lnTo>
                <a:lnTo>
                  <a:pt x="177254" y="6698"/>
                </a:lnTo>
                <a:lnTo>
                  <a:pt x="177310" y="6530"/>
                </a:lnTo>
                <a:lnTo>
                  <a:pt x="177366" y="6363"/>
                </a:lnTo>
                <a:lnTo>
                  <a:pt x="177533" y="6307"/>
                </a:lnTo>
                <a:lnTo>
                  <a:pt x="177701" y="6251"/>
                </a:lnTo>
                <a:close/>
                <a:moveTo>
                  <a:pt x="90860" y="12055"/>
                </a:moveTo>
                <a:lnTo>
                  <a:pt x="91027" y="12111"/>
                </a:lnTo>
                <a:lnTo>
                  <a:pt x="91194" y="12167"/>
                </a:lnTo>
                <a:lnTo>
                  <a:pt x="91250" y="12334"/>
                </a:lnTo>
                <a:lnTo>
                  <a:pt x="91306" y="12502"/>
                </a:lnTo>
                <a:lnTo>
                  <a:pt x="91250" y="12669"/>
                </a:lnTo>
                <a:lnTo>
                  <a:pt x="91194" y="12837"/>
                </a:lnTo>
                <a:lnTo>
                  <a:pt x="91027" y="12893"/>
                </a:lnTo>
                <a:lnTo>
                  <a:pt x="90860" y="12948"/>
                </a:lnTo>
                <a:lnTo>
                  <a:pt x="90692" y="12893"/>
                </a:lnTo>
                <a:lnTo>
                  <a:pt x="90525" y="12837"/>
                </a:lnTo>
                <a:lnTo>
                  <a:pt x="90469" y="12669"/>
                </a:lnTo>
                <a:lnTo>
                  <a:pt x="90413" y="12502"/>
                </a:lnTo>
                <a:lnTo>
                  <a:pt x="90469" y="12334"/>
                </a:lnTo>
                <a:lnTo>
                  <a:pt x="90525" y="12167"/>
                </a:lnTo>
                <a:lnTo>
                  <a:pt x="90692" y="12111"/>
                </a:lnTo>
                <a:lnTo>
                  <a:pt x="90860" y="12055"/>
                </a:lnTo>
                <a:close/>
                <a:moveTo>
                  <a:pt x="246683" y="15404"/>
                </a:moveTo>
                <a:lnTo>
                  <a:pt x="246850" y="15460"/>
                </a:lnTo>
                <a:lnTo>
                  <a:pt x="247017" y="15516"/>
                </a:lnTo>
                <a:lnTo>
                  <a:pt x="247073" y="15683"/>
                </a:lnTo>
                <a:lnTo>
                  <a:pt x="247129" y="15851"/>
                </a:lnTo>
                <a:lnTo>
                  <a:pt x="247073" y="16018"/>
                </a:lnTo>
                <a:lnTo>
                  <a:pt x="247017" y="16185"/>
                </a:lnTo>
                <a:lnTo>
                  <a:pt x="246850" y="16241"/>
                </a:lnTo>
                <a:lnTo>
                  <a:pt x="246683" y="16297"/>
                </a:lnTo>
                <a:lnTo>
                  <a:pt x="246515" y="16241"/>
                </a:lnTo>
                <a:lnTo>
                  <a:pt x="246348" y="16185"/>
                </a:lnTo>
                <a:lnTo>
                  <a:pt x="246292" y="16018"/>
                </a:lnTo>
                <a:lnTo>
                  <a:pt x="246236" y="15851"/>
                </a:lnTo>
                <a:lnTo>
                  <a:pt x="246292" y="15683"/>
                </a:lnTo>
                <a:lnTo>
                  <a:pt x="246348" y="15516"/>
                </a:lnTo>
                <a:lnTo>
                  <a:pt x="246515" y="15460"/>
                </a:lnTo>
                <a:lnTo>
                  <a:pt x="246683" y="15404"/>
                </a:lnTo>
                <a:close/>
                <a:moveTo>
                  <a:pt x="142875" y="15627"/>
                </a:moveTo>
                <a:lnTo>
                  <a:pt x="143042" y="15683"/>
                </a:lnTo>
                <a:lnTo>
                  <a:pt x="143210" y="15739"/>
                </a:lnTo>
                <a:lnTo>
                  <a:pt x="143266" y="15906"/>
                </a:lnTo>
                <a:lnTo>
                  <a:pt x="143321" y="16074"/>
                </a:lnTo>
                <a:lnTo>
                  <a:pt x="143266" y="16241"/>
                </a:lnTo>
                <a:lnTo>
                  <a:pt x="143210" y="16409"/>
                </a:lnTo>
                <a:lnTo>
                  <a:pt x="143042" y="16464"/>
                </a:lnTo>
                <a:lnTo>
                  <a:pt x="142875" y="16520"/>
                </a:lnTo>
                <a:lnTo>
                  <a:pt x="142708" y="16464"/>
                </a:lnTo>
                <a:lnTo>
                  <a:pt x="142540" y="16409"/>
                </a:lnTo>
                <a:lnTo>
                  <a:pt x="142484" y="16241"/>
                </a:lnTo>
                <a:lnTo>
                  <a:pt x="142429" y="16074"/>
                </a:lnTo>
                <a:lnTo>
                  <a:pt x="142484" y="15906"/>
                </a:lnTo>
                <a:lnTo>
                  <a:pt x="142540" y="15739"/>
                </a:lnTo>
                <a:lnTo>
                  <a:pt x="142708" y="15683"/>
                </a:lnTo>
                <a:lnTo>
                  <a:pt x="142875" y="15627"/>
                </a:lnTo>
                <a:close/>
                <a:moveTo>
                  <a:pt x="125685" y="17413"/>
                </a:moveTo>
                <a:lnTo>
                  <a:pt x="125853" y="17469"/>
                </a:lnTo>
                <a:lnTo>
                  <a:pt x="126020" y="17525"/>
                </a:lnTo>
                <a:lnTo>
                  <a:pt x="126076" y="17692"/>
                </a:lnTo>
                <a:lnTo>
                  <a:pt x="126132" y="17860"/>
                </a:lnTo>
                <a:lnTo>
                  <a:pt x="126076" y="18027"/>
                </a:lnTo>
                <a:lnTo>
                  <a:pt x="126020" y="18195"/>
                </a:lnTo>
                <a:lnTo>
                  <a:pt x="125853" y="18250"/>
                </a:lnTo>
                <a:lnTo>
                  <a:pt x="125685" y="18306"/>
                </a:lnTo>
                <a:lnTo>
                  <a:pt x="125518" y="18250"/>
                </a:lnTo>
                <a:lnTo>
                  <a:pt x="125350" y="18195"/>
                </a:lnTo>
                <a:lnTo>
                  <a:pt x="125295" y="18027"/>
                </a:lnTo>
                <a:lnTo>
                  <a:pt x="125239" y="17860"/>
                </a:lnTo>
                <a:lnTo>
                  <a:pt x="125295" y="17692"/>
                </a:lnTo>
                <a:lnTo>
                  <a:pt x="125350" y="17525"/>
                </a:lnTo>
                <a:lnTo>
                  <a:pt x="125518" y="17469"/>
                </a:lnTo>
                <a:lnTo>
                  <a:pt x="125685" y="17413"/>
                </a:lnTo>
                <a:close/>
                <a:moveTo>
                  <a:pt x="73670" y="17636"/>
                </a:moveTo>
                <a:lnTo>
                  <a:pt x="73837" y="17692"/>
                </a:lnTo>
                <a:lnTo>
                  <a:pt x="74005" y="17748"/>
                </a:lnTo>
                <a:lnTo>
                  <a:pt x="74061" y="17915"/>
                </a:lnTo>
                <a:lnTo>
                  <a:pt x="74116" y="18083"/>
                </a:lnTo>
                <a:lnTo>
                  <a:pt x="74061" y="18250"/>
                </a:lnTo>
                <a:lnTo>
                  <a:pt x="74005" y="18418"/>
                </a:lnTo>
                <a:lnTo>
                  <a:pt x="73837" y="18474"/>
                </a:lnTo>
                <a:lnTo>
                  <a:pt x="73670" y="18529"/>
                </a:lnTo>
                <a:lnTo>
                  <a:pt x="73502" y="18474"/>
                </a:lnTo>
                <a:lnTo>
                  <a:pt x="73335" y="18418"/>
                </a:lnTo>
                <a:lnTo>
                  <a:pt x="73279" y="18250"/>
                </a:lnTo>
                <a:lnTo>
                  <a:pt x="73223" y="18083"/>
                </a:lnTo>
                <a:lnTo>
                  <a:pt x="73279" y="17915"/>
                </a:lnTo>
                <a:lnTo>
                  <a:pt x="73335" y="17748"/>
                </a:lnTo>
                <a:lnTo>
                  <a:pt x="73502" y="17692"/>
                </a:lnTo>
                <a:lnTo>
                  <a:pt x="73670" y="17636"/>
                </a:lnTo>
                <a:close/>
                <a:moveTo>
                  <a:pt x="21543" y="17971"/>
                </a:moveTo>
                <a:lnTo>
                  <a:pt x="21710" y="18027"/>
                </a:lnTo>
                <a:lnTo>
                  <a:pt x="21878" y="18083"/>
                </a:lnTo>
                <a:lnTo>
                  <a:pt x="21934" y="18250"/>
                </a:lnTo>
                <a:lnTo>
                  <a:pt x="21989" y="18418"/>
                </a:lnTo>
                <a:lnTo>
                  <a:pt x="21934" y="18585"/>
                </a:lnTo>
                <a:lnTo>
                  <a:pt x="21878" y="18753"/>
                </a:lnTo>
                <a:lnTo>
                  <a:pt x="21710" y="18808"/>
                </a:lnTo>
                <a:lnTo>
                  <a:pt x="21543" y="18864"/>
                </a:lnTo>
                <a:lnTo>
                  <a:pt x="21375" y="18808"/>
                </a:lnTo>
                <a:lnTo>
                  <a:pt x="21208" y="18753"/>
                </a:lnTo>
                <a:lnTo>
                  <a:pt x="21152" y="18585"/>
                </a:lnTo>
                <a:lnTo>
                  <a:pt x="21096" y="18418"/>
                </a:lnTo>
                <a:lnTo>
                  <a:pt x="21152" y="18250"/>
                </a:lnTo>
                <a:lnTo>
                  <a:pt x="21208" y="18083"/>
                </a:lnTo>
                <a:lnTo>
                  <a:pt x="21375" y="18027"/>
                </a:lnTo>
                <a:lnTo>
                  <a:pt x="21543" y="17971"/>
                </a:lnTo>
                <a:close/>
                <a:moveTo>
                  <a:pt x="229716" y="22101"/>
                </a:moveTo>
                <a:lnTo>
                  <a:pt x="229884" y="22157"/>
                </a:lnTo>
                <a:lnTo>
                  <a:pt x="230051" y="22213"/>
                </a:lnTo>
                <a:lnTo>
                  <a:pt x="230107" y="22380"/>
                </a:lnTo>
                <a:lnTo>
                  <a:pt x="230163" y="22548"/>
                </a:lnTo>
                <a:lnTo>
                  <a:pt x="230107" y="22715"/>
                </a:lnTo>
                <a:lnTo>
                  <a:pt x="230051" y="22883"/>
                </a:lnTo>
                <a:lnTo>
                  <a:pt x="229884" y="22938"/>
                </a:lnTo>
                <a:lnTo>
                  <a:pt x="229716" y="22994"/>
                </a:lnTo>
                <a:lnTo>
                  <a:pt x="229549" y="22938"/>
                </a:lnTo>
                <a:lnTo>
                  <a:pt x="229381" y="22883"/>
                </a:lnTo>
                <a:lnTo>
                  <a:pt x="229326" y="22715"/>
                </a:lnTo>
                <a:lnTo>
                  <a:pt x="229270" y="22548"/>
                </a:lnTo>
                <a:lnTo>
                  <a:pt x="229326" y="22380"/>
                </a:lnTo>
                <a:lnTo>
                  <a:pt x="229381" y="22213"/>
                </a:lnTo>
                <a:lnTo>
                  <a:pt x="229549" y="22157"/>
                </a:lnTo>
                <a:lnTo>
                  <a:pt x="229716" y="22101"/>
                </a:lnTo>
                <a:close/>
                <a:moveTo>
                  <a:pt x="194890" y="25450"/>
                </a:moveTo>
                <a:lnTo>
                  <a:pt x="195058" y="25506"/>
                </a:lnTo>
                <a:lnTo>
                  <a:pt x="195225" y="25562"/>
                </a:lnTo>
                <a:lnTo>
                  <a:pt x="195281" y="25729"/>
                </a:lnTo>
                <a:lnTo>
                  <a:pt x="195337" y="25896"/>
                </a:lnTo>
                <a:lnTo>
                  <a:pt x="195281" y="26064"/>
                </a:lnTo>
                <a:lnTo>
                  <a:pt x="195225" y="26231"/>
                </a:lnTo>
                <a:lnTo>
                  <a:pt x="195058" y="26287"/>
                </a:lnTo>
                <a:lnTo>
                  <a:pt x="194890" y="26343"/>
                </a:lnTo>
                <a:lnTo>
                  <a:pt x="194723" y="26287"/>
                </a:lnTo>
                <a:lnTo>
                  <a:pt x="194556" y="26231"/>
                </a:lnTo>
                <a:lnTo>
                  <a:pt x="194500" y="26064"/>
                </a:lnTo>
                <a:lnTo>
                  <a:pt x="194444" y="25896"/>
                </a:lnTo>
                <a:lnTo>
                  <a:pt x="194500" y="25729"/>
                </a:lnTo>
                <a:lnTo>
                  <a:pt x="194556" y="25562"/>
                </a:lnTo>
                <a:lnTo>
                  <a:pt x="194723" y="25506"/>
                </a:lnTo>
                <a:lnTo>
                  <a:pt x="194890" y="25450"/>
                </a:lnTo>
                <a:close/>
                <a:moveTo>
                  <a:pt x="4465" y="26789"/>
                </a:moveTo>
                <a:lnTo>
                  <a:pt x="4632" y="26845"/>
                </a:lnTo>
                <a:lnTo>
                  <a:pt x="4800" y="26901"/>
                </a:lnTo>
                <a:lnTo>
                  <a:pt x="4856" y="27068"/>
                </a:lnTo>
                <a:lnTo>
                  <a:pt x="4911" y="27236"/>
                </a:lnTo>
                <a:lnTo>
                  <a:pt x="4856" y="27403"/>
                </a:lnTo>
                <a:lnTo>
                  <a:pt x="4800" y="27571"/>
                </a:lnTo>
                <a:lnTo>
                  <a:pt x="4632" y="27627"/>
                </a:lnTo>
                <a:lnTo>
                  <a:pt x="4465" y="27682"/>
                </a:lnTo>
                <a:lnTo>
                  <a:pt x="4297" y="27627"/>
                </a:lnTo>
                <a:lnTo>
                  <a:pt x="4130" y="27571"/>
                </a:lnTo>
                <a:lnTo>
                  <a:pt x="4074" y="27403"/>
                </a:lnTo>
                <a:lnTo>
                  <a:pt x="4018" y="27236"/>
                </a:lnTo>
                <a:lnTo>
                  <a:pt x="4074" y="27068"/>
                </a:lnTo>
                <a:lnTo>
                  <a:pt x="4130" y="26901"/>
                </a:lnTo>
                <a:lnTo>
                  <a:pt x="4297" y="26845"/>
                </a:lnTo>
                <a:lnTo>
                  <a:pt x="4465" y="26789"/>
                </a:lnTo>
                <a:close/>
                <a:moveTo>
                  <a:pt x="108272" y="29915"/>
                </a:moveTo>
                <a:lnTo>
                  <a:pt x="108440" y="29971"/>
                </a:lnTo>
                <a:lnTo>
                  <a:pt x="108607" y="30026"/>
                </a:lnTo>
                <a:lnTo>
                  <a:pt x="108663" y="30194"/>
                </a:lnTo>
                <a:lnTo>
                  <a:pt x="108719" y="30361"/>
                </a:lnTo>
                <a:lnTo>
                  <a:pt x="108663" y="30529"/>
                </a:lnTo>
                <a:lnTo>
                  <a:pt x="108607" y="30696"/>
                </a:lnTo>
                <a:lnTo>
                  <a:pt x="108440" y="30752"/>
                </a:lnTo>
                <a:lnTo>
                  <a:pt x="108272" y="30808"/>
                </a:lnTo>
                <a:lnTo>
                  <a:pt x="108105" y="30752"/>
                </a:lnTo>
                <a:lnTo>
                  <a:pt x="107938" y="30696"/>
                </a:lnTo>
                <a:lnTo>
                  <a:pt x="107882" y="30529"/>
                </a:lnTo>
                <a:lnTo>
                  <a:pt x="107826" y="30361"/>
                </a:lnTo>
                <a:lnTo>
                  <a:pt x="107882" y="30194"/>
                </a:lnTo>
                <a:lnTo>
                  <a:pt x="107938" y="30026"/>
                </a:lnTo>
                <a:lnTo>
                  <a:pt x="108105" y="29971"/>
                </a:lnTo>
                <a:lnTo>
                  <a:pt x="108272" y="29915"/>
                </a:lnTo>
                <a:close/>
                <a:moveTo>
                  <a:pt x="212080" y="32147"/>
                </a:moveTo>
                <a:lnTo>
                  <a:pt x="212248" y="32203"/>
                </a:lnTo>
                <a:lnTo>
                  <a:pt x="212415" y="32259"/>
                </a:lnTo>
                <a:lnTo>
                  <a:pt x="212471" y="32426"/>
                </a:lnTo>
                <a:lnTo>
                  <a:pt x="212527" y="32594"/>
                </a:lnTo>
                <a:lnTo>
                  <a:pt x="212471" y="32761"/>
                </a:lnTo>
                <a:lnTo>
                  <a:pt x="212415" y="32928"/>
                </a:lnTo>
                <a:lnTo>
                  <a:pt x="212248" y="32984"/>
                </a:lnTo>
                <a:lnTo>
                  <a:pt x="212080" y="33040"/>
                </a:lnTo>
                <a:lnTo>
                  <a:pt x="211913" y="32984"/>
                </a:lnTo>
                <a:lnTo>
                  <a:pt x="211745" y="32928"/>
                </a:lnTo>
                <a:lnTo>
                  <a:pt x="211689" y="32761"/>
                </a:lnTo>
                <a:lnTo>
                  <a:pt x="211634" y="32594"/>
                </a:lnTo>
                <a:lnTo>
                  <a:pt x="211689" y="32426"/>
                </a:lnTo>
                <a:lnTo>
                  <a:pt x="211745" y="32259"/>
                </a:lnTo>
                <a:lnTo>
                  <a:pt x="211913" y="32203"/>
                </a:lnTo>
                <a:lnTo>
                  <a:pt x="212080" y="32147"/>
                </a:lnTo>
                <a:close/>
                <a:moveTo>
                  <a:pt x="56257" y="36389"/>
                </a:moveTo>
                <a:lnTo>
                  <a:pt x="56424" y="36445"/>
                </a:lnTo>
                <a:lnTo>
                  <a:pt x="56592" y="36500"/>
                </a:lnTo>
                <a:lnTo>
                  <a:pt x="56648" y="36668"/>
                </a:lnTo>
                <a:lnTo>
                  <a:pt x="56704" y="36835"/>
                </a:lnTo>
                <a:lnTo>
                  <a:pt x="56648" y="37003"/>
                </a:lnTo>
                <a:lnTo>
                  <a:pt x="56592" y="37170"/>
                </a:lnTo>
                <a:lnTo>
                  <a:pt x="56424" y="37226"/>
                </a:lnTo>
                <a:lnTo>
                  <a:pt x="56257" y="37282"/>
                </a:lnTo>
                <a:lnTo>
                  <a:pt x="56090" y="37226"/>
                </a:lnTo>
                <a:lnTo>
                  <a:pt x="55922" y="37170"/>
                </a:lnTo>
                <a:lnTo>
                  <a:pt x="55866" y="37003"/>
                </a:lnTo>
                <a:lnTo>
                  <a:pt x="55811" y="36835"/>
                </a:lnTo>
                <a:lnTo>
                  <a:pt x="55866" y="36668"/>
                </a:lnTo>
                <a:lnTo>
                  <a:pt x="55922" y="36500"/>
                </a:lnTo>
                <a:lnTo>
                  <a:pt x="56090" y="36445"/>
                </a:lnTo>
                <a:lnTo>
                  <a:pt x="56257" y="36389"/>
                </a:lnTo>
                <a:close/>
                <a:moveTo>
                  <a:pt x="39067" y="39291"/>
                </a:moveTo>
                <a:lnTo>
                  <a:pt x="39235" y="39347"/>
                </a:lnTo>
                <a:lnTo>
                  <a:pt x="39402" y="39403"/>
                </a:lnTo>
                <a:lnTo>
                  <a:pt x="39458" y="39570"/>
                </a:lnTo>
                <a:lnTo>
                  <a:pt x="39514" y="39737"/>
                </a:lnTo>
                <a:lnTo>
                  <a:pt x="39458" y="39905"/>
                </a:lnTo>
                <a:lnTo>
                  <a:pt x="39402" y="40072"/>
                </a:lnTo>
                <a:lnTo>
                  <a:pt x="39235" y="40128"/>
                </a:lnTo>
                <a:lnTo>
                  <a:pt x="39067" y="40184"/>
                </a:lnTo>
                <a:lnTo>
                  <a:pt x="38900" y="40128"/>
                </a:lnTo>
                <a:lnTo>
                  <a:pt x="38733" y="40072"/>
                </a:lnTo>
                <a:lnTo>
                  <a:pt x="38677" y="39905"/>
                </a:lnTo>
                <a:lnTo>
                  <a:pt x="38621" y="39737"/>
                </a:lnTo>
                <a:lnTo>
                  <a:pt x="38677" y="39570"/>
                </a:lnTo>
                <a:lnTo>
                  <a:pt x="38733" y="39403"/>
                </a:lnTo>
                <a:lnTo>
                  <a:pt x="38900" y="39347"/>
                </a:lnTo>
                <a:lnTo>
                  <a:pt x="39067" y="39291"/>
                </a:lnTo>
                <a:close/>
                <a:moveTo>
                  <a:pt x="160288" y="0"/>
                </a:moveTo>
                <a:lnTo>
                  <a:pt x="160009" y="56"/>
                </a:lnTo>
                <a:lnTo>
                  <a:pt x="159841" y="224"/>
                </a:lnTo>
                <a:lnTo>
                  <a:pt x="159674" y="391"/>
                </a:lnTo>
                <a:lnTo>
                  <a:pt x="159618" y="670"/>
                </a:lnTo>
                <a:lnTo>
                  <a:pt x="159674" y="893"/>
                </a:lnTo>
                <a:lnTo>
                  <a:pt x="143266" y="15571"/>
                </a:lnTo>
                <a:lnTo>
                  <a:pt x="143098" y="15460"/>
                </a:lnTo>
                <a:lnTo>
                  <a:pt x="142875" y="15404"/>
                </a:lnTo>
                <a:lnTo>
                  <a:pt x="142652" y="15460"/>
                </a:lnTo>
                <a:lnTo>
                  <a:pt x="142429" y="15571"/>
                </a:lnTo>
                <a:lnTo>
                  <a:pt x="142317" y="15739"/>
                </a:lnTo>
                <a:lnTo>
                  <a:pt x="142205" y="15906"/>
                </a:lnTo>
                <a:lnTo>
                  <a:pt x="126299" y="17581"/>
                </a:lnTo>
                <a:lnTo>
                  <a:pt x="126188" y="17413"/>
                </a:lnTo>
                <a:lnTo>
                  <a:pt x="126020" y="17302"/>
                </a:lnTo>
                <a:lnTo>
                  <a:pt x="125853" y="17190"/>
                </a:lnTo>
                <a:lnTo>
                  <a:pt x="125685" y="17190"/>
                </a:lnTo>
                <a:lnTo>
                  <a:pt x="125406" y="17246"/>
                </a:lnTo>
                <a:lnTo>
                  <a:pt x="125239" y="17413"/>
                </a:lnTo>
                <a:lnTo>
                  <a:pt x="125071" y="17581"/>
                </a:lnTo>
                <a:lnTo>
                  <a:pt x="125016" y="17860"/>
                </a:lnTo>
                <a:lnTo>
                  <a:pt x="125016" y="18027"/>
                </a:lnTo>
                <a:lnTo>
                  <a:pt x="108775" y="29915"/>
                </a:lnTo>
                <a:lnTo>
                  <a:pt x="108552" y="29747"/>
                </a:lnTo>
                <a:lnTo>
                  <a:pt x="108272" y="29691"/>
                </a:lnTo>
                <a:lnTo>
                  <a:pt x="107993" y="29747"/>
                </a:lnTo>
                <a:lnTo>
                  <a:pt x="107770" y="29915"/>
                </a:lnTo>
                <a:lnTo>
                  <a:pt x="91473" y="12781"/>
                </a:lnTo>
                <a:lnTo>
                  <a:pt x="91529" y="12502"/>
                </a:lnTo>
                <a:lnTo>
                  <a:pt x="91473" y="12223"/>
                </a:lnTo>
                <a:lnTo>
                  <a:pt x="91306" y="12055"/>
                </a:lnTo>
                <a:lnTo>
                  <a:pt x="91139" y="11888"/>
                </a:lnTo>
                <a:lnTo>
                  <a:pt x="90860" y="11832"/>
                </a:lnTo>
                <a:lnTo>
                  <a:pt x="90581" y="11888"/>
                </a:lnTo>
                <a:lnTo>
                  <a:pt x="90413" y="12055"/>
                </a:lnTo>
                <a:lnTo>
                  <a:pt x="90246" y="12223"/>
                </a:lnTo>
                <a:lnTo>
                  <a:pt x="90190" y="12502"/>
                </a:lnTo>
                <a:lnTo>
                  <a:pt x="74172" y="17636"/>
                </a:lnTo>
                <a:lnTo>
                  <a:pt x="73949" y="17469"/>
                </a:lnTo>
                <a:lnTo>
                  <a:pt x="73837" y="17413"/>
                </a:lnTo>
                <a:lnTo>
                  <a:pt x="73670" y="17413"/>
                </a:lnTo>
                <a:lnTo>
                  <a:pt x="73391" y="17469"/>
                </a:lnTo>
                <a:lnTo>
                  <a:pt x="73223" y="17636"/>
                </a:lnTo>
                <a:lnTo>
                  <a:pt x="73056" y="17804"/>
                </a:lnTo>
                <a:lnTo>
                  <a:pt x="73000" y="18083"/>
                </a:lnTo>
                <a:lnTo>
                  <a:pt x="73056" y="18362"/>
                </a:lnTo>
                <a:lnTo>
                  <a:pt x="56759" y="36389"/>
                </a:lnTo>
                <a:lnTo>
                  <a:pt x="56536" y="36221"/>
                </a:lnTo>
                <a:lnTo>
                  <a:pt x="56257" y="36165"/>
                </a:lnTo>
                <a:lnTo>
                  <a:pt x="55978" y="36221"/>
                </a:lnTo>
                <a:lnTo>
                  <a:pt x="55811" y="36389"/>
                </a:lnTo>
                <a:lnTo>
                  <a:pt x="55643" y="36556"/>
                </a:lnTo>
                <a:lnTo>
                  <a:pt x="55587" y="36835"/>
                </a:lnTo>
                <a:lnTo>
                  <a:pt x="55587" y="36947"/>
                </a:lnTo>
                <a:lnTo>
                  <a:pt x="39737" y="39626"/>
                </a:lnTo>
                <a:lnTo>
                  <a:pt x="39737" y="39737"/>
                </a:lnTo>
                <a:lnTo>
                  <a:pt x="39681" y="39458"/>
                </a:lnTo>
                <a:lnTo>
                  <a:pt x="39514" y="39291"/>
                </a:lnTo>
                <a:lnTo>
                  <a:pt x="39346" y="39123"/>
                </a:lnTo>
                <a:lnTo>
                  <a:pt x="39067" y="39068"/>
                </a:lnTo>
                <a:lnTo>
                  <a:pt x="38844" y="39123"/>
                </a:lnTo>
                <a:lnTo>
                  <a:pt x="38621" y="39235"/>
                </a:lnTo>
                <a:lnTo>
                  <a:pt x="22045" y="18864"/>
                </a:lnTo>
                <a:lnTo>
                  <a:pt x="22157" y="18641"/>
                </a:lnTo>
                <a:lnTo>
                  <a:pt x="22213" y="18418"/>
                </a:lnTo>
                <a:lnTo>
                  <a:pt x="22157" y="18139"/>
                </a:lnTo>
                <a:lnTo>
                  <a:pt x="21989" y="17971"/>
                </a:lnTo>
                <a:lnTo>
                  <a:pt x="21822" y="17804"/>
                </a:lnTo>
                <a:lnTo>
                  <a:pt x="21543" y="17748"/>
                </a:lnTo>
                <a:lnTo>
                  <a:pt x="21264" y="17804"/>
                </a:lnTo>
                <a:lnTo>
                  <a:pt x="21096" y="17971"/>
                </a:lnTo>
                <a:lnTo>
                  <a:pt x="20929" y="18139"/>
                </a:lnTo>
                <a:lnTo>
                  <a:pt x="20873" y="18418"/>
                </a:lnTo>
                <a:lnTo>
                  <a:pt x="20929" y="18641"/>
                </a:lnTo>
                <a:lnTo>
                  <a:pt x="4967" y="26789"/>
                </a:lnTo>
                <a:lnTo>
                  <a:pt x="4744" y="26622"/>
                </a:lnTo>
                <a:lnTo>
                  <a:pt x="4465" y="26566"/>
                </a:lnTo>
                <a:lnTo>
                  <a:pt x="4242" y="26622"/>
                </a:lnTo>
                <a:lnTo>
                  <a:pt x="4018" y="26734"/>
                </a:lnTo>
                <a:lnTo>
                  <a:pt x="0" y="24948"/>
                </a:lnTo>
                <a:lnTo>
                  <a:pt x="0" y="25171"/>
                </a:lnTo>
                <a:lnTo>
                  <a:pt x="3851" y="26901"/>
                </a:lnTo>
                <a:lnTo>
                  <a:pt x="3795" y="27068"/>
                </a:lnTo>
                <a:lnTo>
                  <a:pt x="3795" y="27236"/>
                </a:lnTo>
                <a:lnTo>
                  <a:pt x="3851" y="27515"/>
                </a:lnTo>
                <a:lnTo>
                  <a:pt x="4018" y="27682"/>
                </a:lnTo>
                <a:lnTo>
                  <a:pt x="4186" y="27850"/>
                </a:lnTo>
                <a:lnTo>
                  <a:pt x="4465" y="27906"/>
                </a:lnTo>
                <a:lnTo>
                  <a:pt x="4744" y="27850"/>
                </a:lnTo>
                <a:lnTo>
                  <a:pt x="4911" y="27682"/>
                </a:lnTo>
                <a:lnTo>
                  <a:pt x="5079" y="27515"/>
                </a:lnTo>
                <a:lnTo>
                  <a:pt x="5135" y="27236"/>
                </a:lnTo>
                <a:lnTo>
                  <a:pt x="5079" y="27013"/>
                </a:lnTo>
                <a:lnTo>
                  <a:pt x="20985" y="18808"/>
                </a:lnTo>
                <a:lnTo>
                  <a:pt x="21096" y="18920"/>
                </a:lnTo>
                <a:lnTo>
                  <a:pt x="21264" y="19032"/>
                </a:lnTo>
                <a:lnTo>
                  <a:pt x="21375" y="19088"/>
                </a:lnTo>
                <a:lnTo>
                  <a:pt x="21710" y="19088"/>
                </a:lnTo>
                <a:lnTo>
                  <a:pt x="21878" y="18976"/>
                </a:lnTo>
                <a:lnTo>
                  <a:pt x="38453" y="39458"/>
                </a:lnTo>
                <a:lnTo>
                  <a:pt x="38398" y="39570"/>
                </a:lnTo>
                <a:lnTo>
                  <a:pt x="38398" y="39737"/>
                </a:lnTo>
                <a:lnTo>
                  <a:pt x="38453" y="40016"/>
                </a:lnTo>
                <a:lnTo>
                  <a:pt x="38621" y="40184"/>
                </a:lnTo>
                <a:lnTo>
                  <a:pt x="38788" y="40351"/>
                </a:lnTo>
                <a:lnTo>
                  <a:pt x="39067" y="40407"/>
                </a:lnTo>
                <a:lnTo>
                  <a:pt x="39291" y="40351"/>
                </a:lnTo>
                <a:lnTo>
                  <a:pt x="39514" y="40240"/>
                </a:lnTo>
                <a:lnTo>
                  <a:pt x="39625" y="40072"/>
                </a:lnTo>
                <a:lnTo>
                  <a:pt x="39737" y="39849"/>
                </a:lnTo>
                <a:lnTo>
                  <a:pt x="55699" y="37170"/>
                </a:lnTo>
                <a:lnTo>
                  <a:pt x="55811" y="37282"/>
                </a:lnTo>
                <a:lnTo>
                  <a:pt x="55922" y="37393"/>
                </a:lnTo>
                <a:lnTo>
                  <a:pt x="56090" y="37505"/>
                </a:lnTo>
                <a:lnTo>
                  <a:pt x="56257" y="37505"/>
                </a:lnTo>
                <a:lnTo>
                  <a:pt x="56536" y="37449"/>
                </a:lnTo>
                <a:lnTo>
                  <a:pt x="56704" y="37282"/>
                </a:lnTo>
                <a:lnTo>
                  <a:pt x="56871" y="37114"/>
                </a:lnTo>
                <a:lnTo>
                  <a:pt x="56927" y="36835"/>
                </a:lnTo>
                <a:lnTo>
                  <a:pt x="56871" y="36556"/>
                </a:lnTo>
                <a:lnTo>
                  <a:pt x="73168" y="18529"/>
                </a:lnTo>
                <a:lnTo>
                  <a:pt x="73391" y="18697"/>
                </a:lnTo>
                <a:lnTo>
                  <a:pt x="73670" y="18753"/>
                </a:lnTo>
                <a:lnTo>
                  <a:pt x="73949" y="18697"/>
                </a:lnTo>
                <a:lnTo>
                  <a:pt x="74116" y="18529"/>
                </a:lnTo>
                <a:lnTo>
                  <a:pt x="74284" y="18362"/>
                </a:lnTo>
                <a:lnTo>
                  <a:pt x="74340" y="18083"/>
                </a:lnTo>
                <a:lnTo>
                  <a:pt x="74284" y="17860"/>
                </a:lnTo>
                <a:lnTo>
                  <a:pt x="90246" y="12725"/>
                </a:lnTo>
                <a:lnTo>
                  <a:pt x="90357" y="12893"/>
                </a:lnTo>
                <a:lnTo>
                  <a:pt x="90469" y="13060"/>
                </a:lnTo>
                <a:lnTo>
                  <a:pt x="90636" y="13116"/>
                </a:lnTo>
                <a:lnTo>
                  <a:pt x="90860" y="13172"/>
                </a:lnTo>
                <a:lnTo>
                  <a:pt x="91139" y="13116"/>
                </a:lnTo>
                <a:lnTo>
                  <a:pt x="91362" y="12948"/>
                </a:lnTo>
                <a:lnTo>
                  <a:pt x="107659" y="30082"/>
                </a:lnTo>
                <a:lnTo>
                  <a:pt x="107603" y="30361"/>
                </a:lnTo>
                <a:lnTo>
                  <a:pt x="107659" y="30640"/>
                </a:lnTo>
                <a:lnTo>
                  <a:pt x="107826" y="30808"/>
                </a:lnTo>
                <a:lnTo>
                  <a:pt x="107993" y="30975"/>
                </a:lnTo>
                <a:lnTo>
                  <a:pt x="108272" y="31031"/>
                </a:lnTo>
                <a:lnTo>
                  <a:pt x="108552" y="30975"/>
                </a:lnTo>
                <a:lnTo>
                  <a:pt x="108719" y="30808"/>
                </a:lnTo>
                <a:lnTo>
                  <a:pt x="108886" y="30640"/>
                </a:lnTo>
                <a:lnTo>
                  <a:pt x="108942" y="30361"/>
                </a:lnTo>
                <a:lnTo>
                  <a:pt x="108886" y="30082"/>
                </a:lnTo>
                <a:lnTo>
                  <a:pt x="125127" y="18195"/>
                </a:lnTo>
                <a:lnTo>
                  <a:pt x="125239" y="18362"/>
                </a:lnTo>
                <a:lnTo>
                  <a:pt x="125350" y="18418"/>
                </a:lnTo>
                <a:lnTo>
                  <a:pt x="125518" y="18529"/>
                </a:lnTo>
                <a:lnTo>
                  <a:pt x="125685" y="18529"/>
                </a:lnTo>
                <a:lnTo>
                  <a:pt x="125964" y="18474"/>
                </a:lnTo>
                <a:lnTo>
                  <a:pt x="126132" y="18306"/>
                </a:lnTo>
                <a:lnTo>
                  <a:pt x="126299" y="18139"/>
                </a:lnTo>
                <a:lnTo>
                  <a:pt x="126355" y="17860"/>
                </a:lnTo>
                <a:lnTo>
                  <a:pt x="126355" y="17804"/>
                </a:lnTo>
                <a:lnTo>
                  <a:pt x="142205" y="16130"/>
                </a:lnTo>
                <a:lnTo>
                  <a:pt x="142261" y="16409"/>
                </a:lnTo>
                <a:lnTo>
                  <a:pt x="142429" y="16576"/>
                </a:lnTo>
                <a:lnTo>
                  <a:pt x="142652" y="16688"/>
                </a:lnTo>
                <a:lnTo>
                  <a:pt x="142875" y="16743"/>
                </a:lnTo>
                <a:lnTo>
                  <a:pt x="143154" y="16688"/>
                </a:lnTo>
                <a:lnTo>
                  <a:pt x="143321" y="16520"/>
                </a:lnTo>
                <a:lnTo>
                  <a:pt x="143489" y="16353"/>
                </a:lnTo>
                <a:lnTo>
                  <a:pt x="143545" y="16074"/>
                </a:lnTo>
                <a:lnTo>
                  <a:pt x="143489" y="15906"/>
                </a:lnTo>
                <a:lnTo>
                  <a:pt x="143433" y="15683"/>
                </a:lnTo>
                <a:lnTo>
                  <a:pt x="159786" y="1061"/>
                </a:lnTo>
                <a:lnTo>
                  <a:pt x="160009" y="1284"/>
                </a:lnTo>
                <a:lnTo>
                  <a:pt x="160120" y="1340"/>
                </a:lnTo>
                <a:lnTo>
                  <a:pt x="160288" y="1340"/>
                </a:lnTo>
                <a:lnTo>
                  <a:pt x="160511" y="1284"/>
                </a:lnTo>
                <a:lnTo>
                  <a:pt x="160679" y="1228"/>
                </a:lnTo>
                <a:lnTo>
                  <a:pt x="160790" y="1117"/>
                </a:lnTo>
                <a:lnTo>
                  <a:pt x="160902" y="949"/>
                </a:lnTo>
                <a:lnTo>
                  <a:pt x="177031" y="6530"/>
                </a:lnTo>
                <a:lnTo>
                  <a:pt x="177031" y="6698"/>
                </a:lnTo>
                <a:lnTo>
                  <a:pt x="177087" y="6977"/>
                </a:lnTo>
                <a:lnTo>
                  <a:pt x="177254" y="7144"/>
                </a:lnTo>
                <a:lnTo>
                  <a:pt x="177422" y="7312"/>
                </a:lnTo>
                <a:lnTo>
                  <a:pt x="177701" y="7367"/>
                </a:lnTo>
                <a:lnTo>
                  <a:pt x="177868" y="7367"/>
                </a:lnTo>
                <a:lnTo>
                  <a:pt x="178036" y="7256"/>
                </a:lnTo>
                <a:lnTo>
                  <a:pt x="194388" y="25450"/>
                </a:lnTo>
                <a:lnTo>
                  <a:pt x="194277" y="25673"/>
                </a:lnTo>
                <a:lnTo>
                  <a:pt x="194221" y="25896"/>
                </a:lnTo>
                <a:lnTo>
                  <a:pt x="194277" y="26175"/>
                </a:lnTo>
                <a:lnTo>
                  <a:pt x="194444" y="26343"/>
                </a:lnTo>
                <a:lnTo>
                  <a:pt x="194611" y="26510"/>
                </a:lnTo>
                <a:lnTo>
                  <a:pt x="194890" y="26566"/>
                </a:lnTo>
                <a:lnTo>
                  <a:pt x="195058" y="26566"/>
                </a:lnTo>
                <a:lnTo>
                  <a:pt x="195169" y="26510"/>
                </a:lnTo>
                <a:lnTo>
                  <a:pt x="195337" y="26399"/>
                </a:lnTo>
                <a:lnTo>
                  <a:pt x="195449" y="26287"/>
                </a:lnTo>
                <a:lnTo>
                  <a:pt x="211410" y="32538"/>
                </a:lnTo>
                <a:lnTo>
                  <a:pt x="211410" y="32594"/>
                </a:lnTo>
                <a:lnTo>
                  <a:pt x="211466" y="32873"/>
                </a:lnTo>
                <a:lnTo>
                  <a:pt x="211634" y="33040"/>
                </a:lnTo>
                <a:lnTo>
                  <a:pt x="211801" y="33208"/>
                </a:lnTo>
                <a:lnTo>
                  <a:pt x="212080" y="33263"/>
                </a:lnTo>
                <a:lnTo>
                  <a:pt x="212359" y="33208"/>
                </a:lnTo>
                <a:lnTo>
                  <a:pt x="212527" y="33040"/>
                </a:lnTo>
                <a:lnTo>
                  <a:pt x="212694" y="32873"/>
                </a:lnTo>
                <a:lnTo>
                  <a:pt x="212750" y="32594"/>
                </a:lnTo>
                <a:lnTo>
                  <a:pt x="212750" y="32538"/>
                </a:lnTo>
                <a:lnTo>
                  <a:pt x="229214" y="22994"/>
                </a:lnTo>
                <a:lnTo>
                  <a:pt x="229437" y="23162"/>
                </a:lnTo>
                <a:lnTo>
                  <a:pt x="229716" y="23217"/>
                </a:lnTo>
                <a:lnTo>
                  <a:pt x="229995" y="23162"/>
                </a:lnTo>
                <a:lnTo>
                  <a:pt x="230163" y="22994"/>
                </a:lnTo>
                <a:lnTo>
                  <a:pt x="230330" y="22827"/>
                </a:lnTo>
                <a:lnTo>
                  <a:pt x="230386" y="22548"/>
                </a:lnTo>
                <a:lnTo>
                  <a:pt x="230386" y="22492"/>
                </a:lnTo>
                <a:lnTo>
                  <a:pt x="246180" y="16297"/>
                </a:lnTo>
                <a:lnTo>
                  <a:pt x="246404" y="16464"/>
                </a:lnTo>
                <a:lnTo>
                  <a:pt x="246683" y="16520"/>
                </a:lnTo>
                <a:lnTo>
                  <a:pt x="246962" y="16464"/>
                </a:lnTo>
                <a:lnTo>
                  <a:pt x="247129" y="16297"/>
                </a:lnTo>
                <a:lnTo>
                  <a:pt x="247297" y="16130"/>
                </a:lnTo>
                <a:lnTo>
                  <a:pt x="247352" y="15851"/>
                </a:lnTo>
                <a:lnTo>
                  <a:pt x="247297" y="15683"/>
                </a:lnTo>
                <a:lnTo>
                  <a:pt x="263761" y="1507"/>
                </a:lnTo>
                <a:lnTo>
                  <a:pt x="263872" y="1619"/>
                </a:lnTo>
                <a:lnTo>
                  <a:pt x="264040" y="1730"/>
                </a:lnTo>
                <a:lnTo>
                  <a:pt x="264151" y="1786"/>
                </a:lnTo>
                <a:lnTo>
                  <a:pt x="264319" y="1786"/>
                </a:lnTo>
                <a:lnTo>
                  <a:pt x="264542" y="1730"/>
                </a:lnTo>
                <a:lnTo>
                  <a:pt x="264765" y="1619"/>
                </a:lnTo>
                <a:lnTo>
                  <a:pt x="264877" y="1451"/>
                </a:lnTo>
                <a:lnTo>
                  <a:pt x="264988" y="1228"/>
                </a:lnTo>
                <a:lnTo>
                  <a:pt x="280839" y="3237"/>
                </a:lnTo>
                <a:lnTo>
                  <a:pt x="280839" y="3349"/>
                </a:lnTo>
                <a:lnTo>
                  <a:pt x="280894" y="3628"/>
                </a:lnTo>
                <a:lnTo>
                  <a:pt x="281062" y="3795"/>
                </a:lnTo>
                <a:lnTo>
                  <a:pt x="281229" y="3963"/>
                </a:lnTo>
                <a:lnTo>
                  <a:pt x="281508" y="4019"/>
                </a:lnTo>
                <a:lnTo>
                  <a:pt x="281787" y="3963"/>
                </a:lnTo>
                <a:lnTo>
                  <a:pt x="281955" y="3795"/>
                </a:lnTo>
                <a:lnTo>
                  <a:pt x="282122" y="3628"/>
                </a:lnTo>
                <a:lnTo>
                  <a:pt x="282178" y="3349"/>
                </a:lnTo>
                <a:lnTo>
                  <a:pt x="285750" y="3349"/>
                </a:lnTo>
                <a:lnTo>
                  <a:pt x="285750" y="3126"/>
                </a:lnTo>
                <a:lnTo>
                  <a:pt x="282122" y="3126"/>
                </a:lnTo>
                <a:lnTo>
                  <a:pt x="282067" y="2958"/>
                </a:lnTo>
                <a:lnTo>
                  <a:pt x="281899" y="2791"/>
                </a:lnTo>
                <a:lnTo>
                  <a:pt x="281732" y="2735"/>
                </a:lnTo>
                <a:lnTo>
                  <a:pt x="281508" y="2679"/>
                </a:lnTo>
                <a:lnTo>
                  <a:pt x="281341" y="2679"/>
                </a:lnTo>
                <a:lnTo>
                  <a:pt x="281174" y="2791"/>
                </a:lnTo>
                <a:lnTo>
                  <a:pt x="281006" y="2902"/>
                </a:lnTo>
                <a:lnTo>
                  <a:pt x="280894" y="3014"/>
                </a:lnTo>
                <a:lnTo>
                  <a:pt x="264988" y="1005"/>
                </a:lnTo>
                <a:lnTo>
                  <a:pt x="264877" y="782"/>
                </a:lnTo>
                <a:lnTo>
                  <a:pt x="264765" y="614"/>
                </a:lnTo>
                <a:lnTo>
                  <a:pt x="264542" y="503"/>
                </a:lnTo>
                <a:lnTo>
                  <a:pt x="264319" y="447"/>
                </a:lnTo>
                <a:lnTo>
                  <a:pt x="264040" y="503"/>
                </a:lnTo>
                <a:lnTo>
                  <a:pt x="263872" y="670"/>
                </a:lnTo>
                <a:lnTo>
                  <a:pt x="263705" y="838"/>
                </a:lnTo>
                <a:lnTo>
                  <a:pt x="263649" y="1117"/>
                </a:lnTo>
                <a:lnTo>
                  <a:pt x="263705" y="1284"/>
                </a:lnTo>
                <a:lnTo>
                  <a:pt x="247241" y="15460"/>
                </a:lnTo>
                <a:lnTo>
                  <a:pt x="247129" y="15348"/>
                </a:lnTo>
                <a:lnTo>
                  <a:pt x="246962" y="15237"/>
                </a:lnTo>
                <a:lnTo>
                  <a:pt x="246850" y="15181"/>
                </a:lnTo>
                <a:lnTo>
                  <a:pt x="246683" y="15181"/>
                </a:lnTo>
                <a:lnTo>
                  <a:pt x="246404" y="15237"/>
                </a:lnTo>
                <a:lnTo>
                  <a:pt x="246236" y="15404"/>
                </a:lnTo>
                <a:lnTo>
                  <a:pt x="246069" y="15571"/>
                </a:lnTo>
                <a:lnTo>
                  <a:pt x="246013" y="15851"/>
                </a:lnTo>
                <a:lnTo>
                  <a:pt x="246069" y="16130"/>
                </a:lnTo>
                <a:lnTo>
                  <a:pt x="230330" y="22269"/>
                </a:lnTo>
                <a:lnTo>
                  <a:pt x="230219" y="22101"/>
                </a:lnTo>
                <a:lnTo>
                  <a:pt x="230051" y="21990"/>
                </a:lnTo>
                <a:lnTo>
                  <a:pt x="229884" y="21934"/>
                </a:lnTo>
                <a:lnTo>
                  <a:pt x="229716" y="21878"/>
                </a:lnTo>
                <a:lnTo>
                  <a:pt x="229437" y="21934"/>
                </a:lnTo>
                <a:lnTo>
                  <a:pt x="229270" y="22101"/>
                </a:lnTo>
                <a:lnTo>
                  <a:pt x="229102" y="22269"/>
                </a:lnTo>
                <a:lnTo>
                  <a:pt x="229046" y="22548"/>
                </a:lnTo>
                <a:lnTo>
                  <a:pt x="229102" y="22827"/>
                </a:lnTo>
                <a:lnTo>
                  <a:pt x="212694" y="32315"/>
                </a:lnTo>
                <a:lnTo>
                  <a:pt x="212582" y="32147"/>
                </a:lnTo>
                <a:lnTo>
                  <a:pt x="212415" y="32036"/>
                </a:lnTo>
                <a:lnTo>
                  <a:pt x="212248" y="31924"/>
                </a:lnTo>
                <a:lnTo>
                  <a:pt x="212080" y="31924"/>
                </a:lnTo>
                <a:lnTo>
                  <a:pt x="211913" y="31980"/>
                </a:lnTo>
                <a:lnTo>
                  <a:pt x="211745" y="32036"/>
                </a:lnTo>
                <a:lnTo>
                  <a:pt x="211578" y="32147"/>
                </a:lnTo>
                <a:lnTo>
                  <a:pt x="211466" y="32315"/>
                </a:lnTo>
                <a:lnTo>
                  <a:pt x="195504" y="26120"/>
                </a:lnTo>
                <a:lnTo>
                  <a:pt x="195560" y="25896"/>
                </a:lnTo>
                <a:lnTo>
                  <a:pt x="195504" y="25617"/>
                </a:lnTo>
                <a:lnTo>
                  <a:pt x="195337" y="25450"/>
                </a:lnTo>
                <a:lnTo>
                  <a:pt x="195169" y="25282"/>
                </a:lnTo>
                <a:lnTo>
                  <a:pt x="194890" y="25227"/>
                </a:lnTo>
                <a:lnTo>
                  <a:pt x="194723" y="25227"/>
                </a:lnTo>
                <a:lnTo>
                  <a:pt x="194556" y="25338"/>
                </a:lnTo>
                <a:lnTo>
                  <a:pt x="178203" y="7144"/>
                </a:lnTo>
                <a:lnTo>
                  <a:pt x="178315" y="6921"/>
                </a:lnTo>
                <a:lnTo>
                  <a:pt x="178371" y="6698"/>
                </a:lnTo>
                <a:lnTo>
                  <a:pt x="178315" y="6419"/>
                </a:lnTo>
                <a:lnTo>
                  <a:pt x="178147" y="6251"/>
                </a:lnTo>
                <a:lnTo>
                  <a:pt x="177980" y="6084"/>
                </a:lnTo>
                <a:lnTo>
                  <a:pt x="177701" y="6028"/>
                </a:lnTo>
                <a:lnTo>
                  <a:pt x="177533" y="6028"/>
                </a:lnTo>
                <a:lnTo>
                  <a:pt x="177366" y="6084"/>
                </a:lnTo>
                <a:lnTo>
                  <a:pt x="177254" y="6195"/>
                </a:lnTo>
                <a:lnTo>
                  <a:pt x="177143" y="6307"/>
                </a:lnTo>
                <a:lnTo>
                  <a:pt x="160958" y="726"/>
                </a:lnTo>
                <a:lnTo>
                  <a:pt x="160958" y="670"/>
                </a:lnTo>
                <a:lnTo>
                  <a:pt x="160902" y="391"/>
                </a:lnTo>
                <a:lnTo>
                  <a:pt x="160734" y="224"/>
                </a:lnTo>
                <a:lnTo>
                  <a:pt x="160567" y="56"/>
                </a:lnTo>
                <a:lnTo>
                  <a:pt x="160288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"/>
          <p:cNvSpPr/>
          <p:nvPr/>
        </p:nvSpPr>
        <p:spPr>
          <a:xfrm>
            <a:off x="-25" y="0"/>
            <a:ext cx="9144000" cy="1088700"/>
          </a:xfrm>
          <a:prstGeom prst="rect">
            <a:avLst/>
          </a:prstGeom>
          <a:solidFill>
            <a:srgbClr val="00041C">
              <a:alpha val="18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"/>
          <p:cNvSpPr txBox="1">
            <a:spLocks noGrp="1"/>
          </p:cNvSpPr>
          <p:nvPr>
            <p:ph type="sldNum" idx="12"/>
          </p:nvPr>
        </p:nvSpPr>
        <p:spPr>
          <a:xfrm>
            <a:off x="8586575" y="-11875"/>
            <a:ext cx="557400" cy="54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6" name="Google Shape;226;p5"/>
          <p:cNvGrpSpPr/>
          <p:nvPr/>
        </p:nvGrpSpPr>
        <p:grpSpPr>
          <a:xfrm>
            <a:off x="28550" y="3850565"/>
            <a:ext cx="9094048" cy="1293104"/>
            <a:chOff x="28544" y="3514688"/>
            <a:chExt cx="9094048" cy="1628800"/>
          </a:xfrm>
        </p:grpSpPr>
        <p:sp>
          <p:nvSpPr>
            <p:cNvPr id="227" name="Google Shape;227;p5"/>
            <p:cNvSpPr/>
            <p:nvPr/>
          </p:nvSpPr>
          <p:spPr>
            <a:xfrm>
              <a:off x="300032" y="4491616"/>
              <a:ext cx="228608" cy="651872"/>
            </a:xfrm>
            <a:custGeom>
              <a:avLst/>
              <a:gdLst/>
              <a:ahLst/>
              <a:cxnLst/>
              <a:rect l="l" t="t" r="r" b="b"/>
              <a:pathLst>
                <a:path w="7144" h="20371" extrusionOk="0">
                  <a:moveTo>
                    <a:pt x="0" y="0"/>
                  </a:moveTo>
                  <a:lnTo>
                    <a:pt x="0" y="20371"/>
                  </a:lnTo>
                  <a:lnTo>
                    <a:pt x="7144" y="20371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28544" y="4220160"/>
              <a:ext cx="228640" cy="923328"/>
            </a:xfrm>
            <a:custGeom>
              <a:avLst/>
              <a:gdLst/>
              <a:ahLst/>
              <a:cxnLst/>
              <a:rect l="l" t="t" r="r" b="b"/>
              <a:pathLst>
                <a:path w="7145" h="28854" extrusionOk="0">
                  <a:moveTo>
                    <a:pt x="1" y="0"/>
                  </a:moveTo>
                  <a:lnTo>
                    <a:pt x="1" y="28854"/>
                  </a:lnTo>
                  <a:lnTo>
                    <a:pt x="7145" y="28854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576832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853664" y="4120128"/>
              <a:ext cx="230400" cy="1023360"/>
            </a:xfrm>
            <a:custGeom>
              <a:avLst/>
              <a:gdLst/>
              <a:ahLst/>
              <a:cxnLst/>
              <a:rect l="l" t="t" r="r" b="b"/>
              <a:pathLst>
                <a:path w="7200" h="31980" extrusionOk="0">
                  <a:moveTo>
                    <a:pt x="0" y="1"/>
                  </a:moveTo>
                  <a:lnTo>
                    <a:pt x="0" y="31980"/>
                  </a:lnTo>
                  <a:lnTo>
                    <a:pt x="7200" y="3198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1130496" y="4627328"/>
              <a:ext cx="230400" cy="516160"/>
            </a:xfrm>
            <a:custGeom>
              <a:avLst/>
              <a:gdLst/>
              <a:ahLst/>
              <a:cxnLst/>
              <a:rect l="l" t="t" r="r" b="b"/>
              <a:pathLst>
                <a:path w="7200" h="16130" extrusionOk="0">
                  <a:moveTo>
                    <a:pt x="0" y="1"/>
                  </a:moveTo>
                  <a:lnTo>
                    <a:pt x="0" y="16130"/>
                  </a:lnTo>
                  <a:lnTo>
                    <a:pt x="7200" y="1613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1409088" y="3821888"/>
              <a:ext cx="228640" cy="1321600"/>
            </a:xfrm>
            <a:custGeom>
              <a:avLst/>
              <a:gdLst/>
              <a:ahLst/>
              <a:cxnLst/>
              <a:rect l="l" t="t" r="r" b="b"/>
              <a:pathLst>
                <a:path w="7145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144" y="41300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1685920" y="4175488"/>
              <a:ext cx="230400" cy="968000"/>
            </a:xfrm>
            <a:custGeom>
              <a:avLst/>
              <a:gdLst/>
              <a:ahLst/>
              <a:cxnLst/>
              <a:rect l="l" t="t" r="r" b="b"/>
              <a:pathLst>
                <a:path w="7200" h="30250" extrusionOk="0">
                  <a:moveTo>
                    <a:pt x="0" y="1"/>
                  </a:moveTo>
                  <a:lnTo>
                    <a:pt x="0" y="30250"/>
                  </a:lnTo>
                  <a:lnTo>
                    <a:pt x="7200" y="3025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1962720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2239552" y="4355872"/>
              <a:ext cx="230400" cy="787616"/>
            </a:xfrm>
            <a:custGeom>
              <a:avLst/>
              <a:gdLst/>
              <a:ahLst/>
              <a:cxnLst/>
              <a:rect l="l" t="t" r="r" b="b"/>
              <a:pathLst>
                <a:path w="7200" h="24613" extrusionOk="0">
                  <a:moveTo>
                    <a:pt x="0" y="1"/>
                  </a:moveTo>
                  <a:lnTo>
                    <a:pt x="0" y="24613"/>
                  </a:lnTo>
                  <a:lnTo>
                    <a:pt x="7200" y="24613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2516384" y="3821888"/>
              <a:ext cx="230400" cy="1321600"/>
            </a:xfrm>
            <a:custGeom>
              <a:avLst/>
              <a:gdLst/>
              <a:ahLst/>
              <a:cxnLst/>
              <a:rect l="l" t="t" r="r" b="b"/>
              <a:pathLst>
                <a:path w="7200" h="41300" extrusionOk="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2794976" y="4175488"/>
              <a:ext cx="228640" cy="968000"/>
            </a:xfrm>
            <a:custGeom>
              <a:avLst/>
              <a:gdLst/>
              <a:ahLst/>
              <a:cxnLst/>
              <a:rect l="l" t="t" r="r" b="b"/>
              <a:pathLst>
                <a:path w="7145" h="30250" extrusionOk="0">
                  <a:moveTo>
                    <a:pt x="1" y="1"/>
                  </a:moveTo>
                  <a:lnTo>
                    <a:pt x="1" y="30250"/>
                  </a:lnTo>
                  <a:lnTo>
                    <a:pt x="7144" y="3025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3071808" y="3659360"/>
              <a:ext cx="230400" cy="1484128"/>
            </a:xfrm>
            <a:custGeom>
              <a:avLst/>
              <a:gdLst/>
              <a:ahLst/>
              <a:cxnLst/>
              <a:rect l="l" t="t" r="r" b="b"/>
              <a:pathLst>
                <a:path w="7200" h="46379" extrusionOk="0">
                  <a:moveTo>
                    <a:pt x="0" y="1"/>
                  </a:moveTo>
                  <a:lnTo>
                    <a:pt x="0" y="46379"/>
                  </a:lnTo>
                  <a:lnTo>
                    <a:pt x="7200" y="46379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3348608" y="3821888"/>
              <a:ext cx="230432" cy="1321600"/>
            </a:xfrm>
            <a:custGeom>
              <a:avLst/>
              <a:gdLst/>
              <a:ahLst/>
              <a:cxnLst/>
              <a:rect l="l" t="t" r="r" b="b"/>
              <a:pathLst>
                <a:path w="7201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3625440" y="4220160"/>
              <a:ext cx="230400" cy="923328"/>
            </a:xfrm>
            <a:custGeom>
              <a:avLst/>
              <a:gdLst/>
              <a:ahLst/>
              <a:cxnLst/>
              <a:rect l="l" t="t" r="r" b="b"/>
              <a:pathLst>
                <a:path w="7200" h="28854" extrusionOk="0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3904032" y="4491616"/>
              <a:ext cx="228640" cy="651872"/>
            </a:xfrm>
            <a:custGeom>
              <a:avLst/>
              <a:gdLst/>
              <a:ahLst/>
              <a:cxnLst/>
              <a:rect l="l" t="t" r="r" b="b"/>
              <a:pathLst>
                <a:path w="7145" h="20371" extrusionOk="0">
                  <a:moveTo>
                    <a:pt x="1" y="0"/>
                  </a:moveTo>
                  <a:lnTo>
                    <a:pt x="1" y="20371"/>
                  </a:lnTo>
                  <a:lnTo>
                    <a:pt x="7145" y="20371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4180864" y="4284448"/>
              <a:ext cx="230432" cy="859040"/>
            </a:xfrm>
            <a:custGeom>
              <a:avLst/>
              <a:gdLst/>
              <a:ahLst/>
              <a:cxnLst/>
              <a:rect l="l" t="t" r="r" b="b"/>
              <a:pathLst>
                <a:path w="7201" h="26845" extrusionOk="0">
                  <a:moveTo>
                    <a:pt x="0" y="0"/>
                  </a:moveTo>
                  <a:lnTo>
                    <a:pt x="0" y="26845"/>
                  </a:lnTo>
                  <a:lnTo>
                    <a:pt x="7200" y="26845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4457696" y="4004032"/>
              <a:ext cx="230400" cy="1139456"/>
            </a:xfrm>
            <a:custGeom>
              <a:avLst/>
              <a:gdLst/>
              <a:ahLst/>
              <a:cxnLst/>
              <a:rect l="l" t="t" r="r" b="b"/>
              <a:pathLst>
                <a:path w="7200" h="35608" extrusionOk="0">
                  <a:moveTo>
                    <a:pt x="0" y="1"/>
                  </a:moveTo>
                  <a:lnTo>
                    <a:pt x="0" y="35608"/>
                  </a:lnTo>
                  <a:lnTo>
                    <a:pt x="7200" y="35608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4734496" y="3821888"/>
              <a:ext cx="230432" cy="1321600"/>
            </a:xfrm>
            <a:custGeom>
              <a:avLst/>
              <a:gdLst/>
              <a:ahLst/>
              <a:cxnLst/>
              <a:rect l="l" t="t" r="r" b="b"/>
              <a:pathLst>
                <a:path w="7201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5011328" y="3514688"/>
              <a:ext cx="230400" cy="1628800"/>
            </a:xfrm>
            <a:custGeom>
              <a:avLst/>
              <a:gdLst/>
              <a:ahLst/>
              <a:cxnLst/>
              <a:rect l="l" t="t" r="r" b="b"/>
              <a:pathLst>
                <a:path w="7200" h="50900" extrusionOk="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5289920" y="3939744"/>
              <a:ext cx="228640" cy="1203744"/>
            </a:xfrm>
            <a:custGeom>
              <a:avLst/>
              <a:gdLst/>
              <a:ahLst/>
              <a:cxnLst/>
              <a:rect l="l" t="t" r="r" b="b"/>
              <a:pathLst>
                <a:path w="7145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145" y="37617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5566752" y="3704000"/>
              <a:ext cx="230432" cy="1439488"/>
            </a:xfrm>
            <a:custGeom>
              <a:avLst/>
              <a:gdLst/>
              <a:ahLst/>
              <a:cxnLst/>
              <a:rect l="l" t="t" r="r" b="b"/>
              <a:pathLst>
                <a:path w="7201" h="44984" extrusionOk="0">
                  <a:moveTo>
                    <a:pt x="0" y="1"/>
                  </a:moveTo>
                  <a:lnTo>
                    <a:pt x="0" y="44984"/>
                  </a:lnTo>
                  <a:lnTo>
                    <a:pt x="7200" y="44984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5843584" y="3821888"/>
              <a:ext cx="230400" cy="1321600"/>
            </a:xfrm>
            <a:custGeom>
              <a:avLst/>
              <a:gdLst/>
              <a:ahLst/>
              <a:cxnLst/>
              <a:rect l="l" t="t" r="r" b="b"/>
              <a:pathLst>
                <a:path w="7200" h="41300" extrusionOk="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6120384" y="4329088"/>
              <a:ext cx="230432" cy="814400"/>
            </a:xfrm>
            <a:custGeom>
              <a:avLst/>
              <a:gdLst/>
              <a:ahLst/>
              <a:cxnLst/>
              <a:rect l="l" t="t" r="r" b="b"/>
              <a:pathLst>
                <a:path w="7201" h="25450" extrusionOk="0">
                  <a:moveTo>
                    <a:pt x="1" y="0"/>
                  </a:moveTo>
                  <a:lnTo>
                    <a:pt x="1" y="25450"/>
                  </a:lnTo>
                  <a:lnTo>
                    <a:pt x="7200" y="2545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6399008" y="4120128"/>
              <a:ext cx="228608" cy="1023360"/>
            </a:xfrm>
            <a:custGeom>
              <a:avLst/>
              <a:gdLst/>
              <a:ahLst/>
              <a:cxnLst/>
              <a:rect l="l" t="t" r="r" b="b"/>
              <a:pathLst>
                <a:path w="7144" h="31980" extrusionOk="0">
                  <a:moveTo>
                    <a:pt x="0" y="1"/>
                  </a:moveTo>
                  <a:lnTo>
                    <a:pt x="0" y="31980"/>
                  </a:lnTo>
                  <a:lnTo>
                    <a:pt x="7144" y="3198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6675808" y="4538048"/>
              <a:ext cx="230432" cy="605440"/>
            </a:xfrm>
            <a:custGeom>
              <a:avLst/>
              <a:gdLst/>
              <a:ahLst/>
              <a:cxnLst/>
              <a:rect l="l" t="t" r="r" b="b"/>
              <a:pathLst>
                <a:path w="7201" h="18920" extrusionOk="0">
                  <a:moveTo>
                    <a:pt x="1" y="0"/>
                  </a:moveTo>
                  <a:lnTo>
                    <a:pt x="1" y="18920"/>
                  </a:lnTo>
                  <a:lnTo>
                    <a:pt x="7200" y="1892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6952640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7229472" y="4220160"/>
              <a:ext cx="230400" cy="923328"/>
            </a:xfrm>
            <a:custGeom>
              <a:avLst/>
              <a:gdLst/>
              <a:ahLst/>
              <a:cxnLst/>
              <a:rect l="l" t="t" r="r" b="b"/>
              <a:pathLst>
                <a:path w="7200" h="28854" extrusionOk="0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7506272" y="3768288"/>
              <a:ext cx="230432" cy="1375200"/>
            </a:xfrm>
            <a:custGeom>
              <a:avLst/>
              <a:gdLst/>
              <a:ahLst/>
              <a:cxnLst/>
              <a:rect l="l" t="t" r="r" b="b"/>
              <a:pathLst>
                <a:path w="7201" h="42975" extrusionOk="0">
                  <a:moveTo>
                    <a:pt x="1" y="1"/>
                  </a:moveTo>
                  <a:lnTo>
                    <a:pt x="1" y="42975"/>
                  </a:lnTo>
                  <a:lnTo>
                    <a:pt x="7200" y="42975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7784896" y="4004032"/>
              <a:ext cx="228608" cy="1139456"/>
            </a:xfrm>
            <a:custGeom>
              <a:avLst/>
              <a:gdLst/>
              <a:ahLst/>
              <a:cxnLst/>
              <a:rect l="l" t="t" r="r" b="b"/>
              <a:pathLst>
                <a:path w="7144" h="35608" extrusionOk="0">
                  <a:moveTo>
                    <a:pt x="0" y="1"/>
                  </a:moveTo>
                  <a:lnTo>
                    <a:pt x="0" y="35608"/>
                  </a:lnTo>
                  <a:lnTo>
                    <a:pt x="7144" y="3560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8061696" y="3596864"/>
              <a:ext cx="230432" cy="1546624"/>
            </a:xfrm>
            <a:custGeom>
              <a:avLst/>
              <a:gdLst/>
              <a:ahLst/>
              <a:cxnLst/>
              <a:rect l="l" t="t" r="r" b="b"/>
              <a:pathLst>
                <a:path w="7201" h="48332" extrusionOk="0">
                  <a:moveTo>
                    <a:pt x="1" y="0"/>
                  </a:moveTo>
                  <a:lnTo>
                    <a:pt x="1" y="48332"/>
                  </a:lnTo>
                  <a:lnTo>
                    <a:pt x="7200" y="48332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8338528" y="3514688"/>
              <a:ext cx="230400" cy="1628800"/>
            </a:xfrm>
            <a:custGeom>
              <a:avLst/>
              <a:gdLst/>
              <a:ahLst/>
              <a:cxnLst/>
              <a:rect l="l" t="t" r="r" b="b"/>
              <a:pathLst>
                <a:path w="7200" h="50900" extrusionOk="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8615360" y="3939744"/>
              <a:ext cx="230400" cy="1203744"/>
            </a:xfrm>
            <a:custGeom>
              <a:avLst/>
              <a:gdLst/>
              <a:ahLst/>
              <a:cxnLst/>
              <a:rect l="l" t="t" r="r" b="b"/>
              <a:pathLst>
                <a:path w="7200" h="37617" extrusionOk="0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8893952" y="3596864"/>
              <a:ext cx="228640" cy="1546624"/>
            </a:xfrm>
            <a:custGeom>
              <a:avLst/>
              <a:gdLst/>
              <a:ahLst/>
              <a:cxnLst/>
              <a:rect l="l" t="t" r="r" b="b"/>
              <a:pathLst>
                <a:path w="7145" h="48332" extrusionOk="0">
                  <a:moveTo>
                    <a:pt x="1" y="0"/>
                  </a:moveTo>
                  <a:lnTo>
                    <a:pt x="1" y="48332"/>
                  </a:lnTo>
                  <a:lnTo>
                    <a:pt x="7144" y="48332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" name="Google Shape;260;p5"/>
          <p:cNvGrpSpPr/>
          <p:nvPr/>
        </p:nvGrpSpPr>
        <p:grpSpPr>
          <a:xfrm>
            <a:off x="28550" y="4360998"/>
            <a:ext cx="9094048" cy="782671"/>
            <a:chOff x="28544" y="4157632"/>
            <a:chExt cx="9094048" cy="985856"/>
          </a:xfrm>
        </p:grpSpPr>
        <p:sp>
          <p:nvSpPr>
            <p:cNvPr id="261" name="Google Shape;261;p5"/>
            <p:cNvSpPr/>
            <p:nvPr/>
          </p:nvSpPr>
          <p:spPr>
            <a:xfrm>
              <a:off x="435744" y="4782720"/>
              <a:ext cx="92896" cy="360768"/>
            </a:xfrm>
            <a:custGeom>
              <a:avLst/>
              <a:gdLst/>
              <a:ahLst/>
              <a:cxnLst/>
              <a:rect l="l" t="t" r="r" b="b"/>
              <a:pathLst>
                <a:path w="2903" h="11274" extrusionOk="0">
                  <a:moveTo>
                    <a:pt x="1" y="0"/>
                  </a:moveTo>
                  <a:lnTo>
                    <a:pt x="1" y="11274"/>
                  </a:lnTo>
                  <a:lnTo>
                    <a:pt x="2903" y="11274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300032" y="4638048"/>
              <a:ext cx="92896" cy="505440"/>
            </a:xfrm>
            <a:custGeom>
              <a:avLst/>
              <a:gdLst/>
              <a:ahLst/>
              <a:cxnLst/>
              <a:rect l="l" t="t" r="r" b="b"/>
              <a:pathLst>
                <a:path w="2903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02" y="15795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164288" y="4571968"/>
              <a:ext cx="92896" cy="571520"/>
            </a:xfrm>
            <a:custGeom>
              <a:avLst/>
              <a:gdLst/>
              <a:ahLst/>
              <a:cxnLst/>
              <a:rect l="l" t="t" r="r" b="b"/>
              <a:pathLst>
                <a:path w="2903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03" y="17860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28544" y="4739840"/>
              <a:ext cx="92928" cy="403648"/>
            </a:xfrm>
            <a:custGeom>
              <a:avLst/>
              <a:gdLst/>
              <a:ahLst/>
              <a:cxnLst/>
              <a:rect l="l" t="t" r="r" b="b"/>
              <a:pathLst>
                <a:path w="2904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03" y="12614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712576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576832" y="4752352"/>
              <a:ext cx="94688" cy="391136"/>
            </a:xfrm>
            <a:custGeom>
              <a:avLst/>
              <a:gdLst/>
              <a:ahLst/>
              <a:cxnLst/>
              <a:rect l="l" t="t" r="r" b="b"/>
              <a:pathLst>
                <a:path w="2959" h="12223" extrusionOk="0">
                  <a:moveTo>
                    <a:pt x="1" y="1"/>
                  </a:moveTo>
                  <a:lnTo>
                    <a:pt x="1" y="12223"/>
                  </a:lnTo>
                  <a:lnTo>
                    <a:pt x="2959" y="12223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989408" y="4386240"/>
              <a:ext cx="94656" cy="757248"/>
            </a:xfrm>
            <a:custGeom>
              <a:avLst/>
              <a:gdLst/>
              <a:ahLst/>
              <a:cxnLst/>
              <a:rect l="l" t="t" r="r" b="b"/>
              <a:pathLst>
                <a:path w="2958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853664" y="4500544"/>
              <a:ext cx="94688" cy="642944"/>
            </a:xfrm>
            <a:custGeom>
              <a:avLst/>
              <a:gdLst/>
              <a:ahLst/>
              <a:cxnLst/>
              <a:rect l="l" t="t" r="r" b="b"/>
              <a:pathLst>
                <a:path w="2959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2958" y="2009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1266208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1130496" y="4518400"/>
              <a:ext cx="94688" cy="625088"/>
            </a:xfrm>
            <a:custGeom>
              <a:avLst/>
              <a:gdLst/>
              <a:ahLst/>
              <a:cxnLst/>
              <a:rect l="l" t="t" r="r" b="b"/>
              <a:pathLst>
                <a:path w="2959" h="19534" extrusionOk="0">
                  <a:moveTo>
                    <a:pt x="0" y="0"/>
                  </a:moveTo>
                  <a:lnTo>
                    <a:pt x="0" y="19534"/>
                  </a:lnTo>
                  <a:lnTo>
                    <a:pt x="2958" y="1953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1543040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1407296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1821632" y="4457664"/>
              <a:ext cx="92896" cy="685824"/>
            </a:xfrm>
            <a:custGeom>
              <a:avLst/>
              <a:gdLst/>
              <a:ahLst/>
              <a:cxnLst/>
              <a:rect l="l" t="t" r="r" b="b"/>
              <a:pathLst>
                <a:path w="2903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03" y="21432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1685920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2098464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1962720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2375296" y="4711264"/>
              <a:ext cx="94656" cy="432224"/>
            </a:xfrm>
            <a:custGeom>
              <a:avLst/>
              <a:gdLst/>
              <a:ahLst/>
              <a:cxnLst/>
              <a:rect l="l" t="t" r="r" b="b"/>
              <a:pathLst>
                <a:path w="2958" h="13507" extrusionOk="0">
                  <a:moveTo>
                    <a:pt x="0" y="1"/>
                  </a:moveTo>
                  <a:lnTo>
                    <a:pt x="0" y="13507"/>
                  </a:lnTo>
                  <a:lnTo>
                    <a:pt x="2958" y="1350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2239552" y="4536256"/>
              <a:ext cx="94688" cy="607232"/>
            </a:xfrm>
            <a:custGeom>
              <a:avLst/>
              <a:gdLst/>
              <a:ahLst/>
              <a:cxnLst/>
              <a:rect l="l" t="t" r="r" b="b"/>
              <a:pathLst>
                <a:path w="2959" h="18976" extrusionOk="0">
                  <a:moveTo>
                    <a:pt x="0" y="0"/>
                  </a:moveTo>
                  <a:lnTo>
                    <a:pt x="0" y="18976"/>
                  </a:lnTo>
                  <a:lnTo>
                    <a:pt x="2958" y="18976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2652096" y="4704128"/>
              <a:ext cx="94688" cy="439360"/>
            </a:xfrm>
            <a:custGeom>
              <a:avLst/>
              <a:gdLst/>
              <a:ahLst/>
              <a:cxnLst/>
              <a:rect l="l" t="t" r="r" b="b"/>
              <a:pathLst>
                <a:path w="2959" h="13730" extrusionOk="0">
                  <a:moveTo>
                    <a:pt x="1" y="1"/>
                  </a:moveTo>
                  <a:lnTo>
                    <a:pt x="1" y="13730"/>
                  </a:lnTo>
                  <a:lnTo>
                    <a:pt x="2959" y="1373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2516384" y="4764864"/>
              <a:ext cx="94688" cy="378624"/>
            </a:xfrm>
            <a:custGeom>
              <a:avLst/>
              <a:gdLst/>
              <a:ahLst/>
              <a:cxnLst/>
              <a:rect l="l" t="t" r="r" b="b"/>
              <a:pathLst>
                <a:path w="2959" h="11832" extrusionOk="0">
                  <a:moveTo>
                    <a:pt x="0" y="0"/>
                  </a:moveTo>
                  <a:lnTo>
                    <a:pt x="0" y="11832"/>
                  </a:lnTo>
                  <a:lnTo>
                    <a:pt x="2958" y="1183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2930720" y="4421952"/>
              <a:ext cx="92896" cy="721536"/>
            </a:xfrm>
            <a:custGeom>
              <a:avLst/>
              <a:gdLst/>
              <a:ahLst/>
              <a:cxnLst/>
              <a:rect l="l" t="t" r="r" b="b"/>
              <a:pathLst>
                <a:path w="2903" h="22548" extrusionOk="0">
                  <a:moveTo>
                    <a:pt x="0" y="1"/>
                  </a:moveTo>
                  <a:lnTo>
                    <a:pt x="0" y="22548"/>
                  </a:lnTo>
                  <a:lnTo>
                    <a:pt x="2902" y="22548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2794976" y="4638048"/>
              <a:ext cx="92896" cy="505440"/>
            </a:xfrm>
            <a:custGeom>
              <a:avLst/>
              <a:gdLst/>
              <a:ahLst/>
              <a:cxnLst/>
              <a:rect l="l" t="t" r="r" b="b"/>
              <a:pathLst>
                <a:path w="2903" h="15795" extrusionOk="0">
                  <a:moveTo>
                    <a:pt x="1" y="1"/>
                  </a:moveTo>
                  <a:lnTo>
                    <a:pt x="1" y="15795"/>
                  </a:lnTo>
                  <a:lnTo>
                    <a:pt x="2903" y="1579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3207520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1" y="0"/>
                  </a:moveTo>
                  <a:lnTo>
                    <a:pt x="1" y="23664"/>
                  </a:lnTo>
                  <a:lnTo>
                    <a:pt x="2959" y="2366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3071808" y="4314784"/>
              <a:ext cx="94688" cy="828704"/>
            </a:xfrm>
            <a:custGeom>
              <a:avLst/>
              <a:gdLst/>
              <a:ahLst/>
              <a:cxnLst/>
              <a:rect l="l" t="t" r="r" b="b"/>
              <a:pathLst>
                <a:path w="2959" h="25897" extrusionOk="0">
                  <a:moveTo>
                    <a:pt x="0" y="1"/>
                  </a:moveTo>
                  <a:lnTo>
                    <a:pt x="0" y="25897"/>
                  </a:lnTo>
                  <a:lnTo>
                    <a:pt x="2958" y="2589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3484352" y="4530912"/>
              <a:ext cx="94688" cy="612576"/>
            </a:xfrm>
            <a:custGeom>
              <a:avLst/>
              <a:gdLst/>
              <a:ahLst/>
              <a:cxnLst/>
              <a:rect l="l" t="t" r="r" b="b"/>
              <a:pathLst>
                <a:path w="2959" h="19143" extrusionOk="0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3348608" y="4314784"/>
              <a:ext cx="94688" cy="828704"/>
            </a:xfrm>
            <a:custGeom>
              <a:avLst/>
              <a:gdLst/>
              <a:ahLst/>
              <a:cxnLst/>
              <a:rect l="l" t="t" r="r" b="b"/>
              <a:pathLst>
                <a:path w="2959" h="25897" extrusionOk="0">
                  <a:moveTo>
                    <a:pt x="1" y="1"/>
                  </a:moveTo>
                  <a:lnTo>
                    <a:pt x="1" y="25897"/>
                  </a:lnTo>
                  <a:lnTo>
                    <a:pt x="2959" y="25897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3761184" y="4739840"/>
              <a:ext cx="94656" cy="403648"/>
            </a:xfrm>
            <a:custGeom>
              <a:avLst/>
              <a:gdLst/>
              <a:ahLst/>
              <a:cxnLst/>
              <a:rect l="l" t="t" r="r" b="b"/>
              <a:pathLst>
                <a:path w="2958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3625440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0" y="1"/>
                  </a:moveTo>
                  <a:lnTo>
                    <a:pt x="0" y="21432"/>
                  </a:lnTo>
                  <a:lnTo>
                    <a:pt x="2958" y="2143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4037984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1" y="1"/>
                  </a:moveTo>
                  <a:lnTo>
                    <a:pt x="1" y="15795"/>
                  </a:lnTo>
                  <a:lnTo>
                    <a:pt x="2959" y="1579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3902272" y="4836288"/>
              <a:ext cx="94656" cy="307200"/>
            </a:xfrm>
            <a:custGeom>
              <a:avLst/>
              <a:gdLst/>
              <a:ahLst/>
              <a:cxnLst/>
              <a:rect l="l" t="t" r="r" b="b"/>
              <a:pathLst>
                <a:path w="2958" h="9600" extrusionOk="0">
                  <a:moveTo>
                    <a:pt x="0" y="1"/>
                  </a:moveTo>
                  <a:lnTo>
                    <a:pt x="0" y="9600"/>
                  </a:lnTo>
                  <a:lnTo>
                    <a:pt x="2958" y="960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4316608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418086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4593408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4457696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4870240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4734496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5147072" y="4157632"/>
              <a:ext cx="94656" cy="985856"/>
            </a:xfrm>
            <a:custGeom>
              <a:avLst/>
              <a:gdLst/>
              <a:ahLst/>
              <a:cxnLst/>
              <a:rect l="l" t="t" r="r" b="b"/>
              <a:pathLst>
                <a:path w="2958" h="30808" extrusionOk="0">
                  <a:moveTo>
                    <a:pt x="0" y="1"/>
                  </a:moveTo>
                  <a:lnTo>
                    <a:pt x="0" y="30808"/>
                  </a:lnTo>
                  <a:lnTo>
                    <a:pt x="2958" y="30808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5011328" y="4229088"/>
              <a:ext cx="94688" cy="914400"/>
            </a:xfrm>
            <a:custGeom>
              <a:avLst/>
              <a:gdLst/>
              <a:ahLst/>
              <a:cxnLst/>
              <a:rect l="l" t="t" r="r" b="b"/>
              <a:pathLst>
                <a:path w="2959" h="28575" extrusionOk="0">
                  <a:moveTo>
                    <a:pt x="0" y="0"/>
                  </a:moveTo>
                  <a:lnTo>
                    <a:pt x="0" y="28575"/>
                  </a:lnTo>
                  <a:lnTo>
                    <a:pt x="2958" y="2857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5425664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5289920" y="4277280"/>
              <a:ext cx="94688" cy="866208"/>
            </a:xfrm>
            <a:custGeom>
              <a:avLst/>
              <a:gdLst/>
              <a:ahLst/>
              <a:cxnLst/>
              <a:rect l="l" t="t" r="r" b="b"/>
              <a:pathLst>
                <a:path w="2959" h="27069" extrusionOk="0">
                  <a:moveTo>
                    <a:pt x="1" y="1"/>
                  </a:moveTo>
                  <a:lnTo>
                    <a:pt x="1" y="27069"/>
                  </a:lnTo>
                  <a:lnTo>
                    <a:pt x="2959" y="2706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5702496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5566752" y="4416608"/>
              <a:ext cx="94688" cy="726880"/>
            </a:xfrm>
            <a:custGeom>
              <a:avLst/>
              <a:gdLst/>
              <a:ahLst/>
              <a:cxnLst/>
              <a:rect l="l" t="t" r="r" b="b"/>
              <a:pathLst>
                <a:path w="2959" h="22715" extrusionOk="0">
                  <a:moveTo>
                    <a:pt x="0" y="0"/>
                  </a:moveTo>
                  <a:lnTo>
                    <a:pt x="0" y="22715"/>
                  </a:lnTo>
                  <a:lnTo>
                    <a:pt x="2958" y="2271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5979296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5843584" y="4813088"/>
              <a:ext cx="94688" cy="330400"/>
            </a:xfrm>
            <a:custGeom>
              <a:avLst/>
              <a:gdLst/>
              <a:ahLst/>
              <a:cxnLst/>
              <a:rect l="l" t="t" r="r" b="b"/>
              <a:pathLst>
                <a:path w="2959" h="10325" extrusionOk="0">
                  <a:moveTo>
                    <a:pt x="0" y="0"/>
                  </a:moveTo>
                  <a:lnTo>
                    <a:pt x="0" y="10325"/>
                  </a:lnTo>
                  <a:lnTo>
                    <a:pt x="2958" y="1032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6256128" y="4807712"/>
              <a:ext cx="94688" cy="335776"/>
            </a:xfrm>
            <a:custGeom>
              <a:avLst/>
              <a:gdLst/>
              <a:ahLst/>
              <a:cxnLst/>
              <a:rect l="l" t="t" r="r" b="b"/>
              <a:pathLst>
                <a:path w="2959" h="10493" extrusionOk="0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61203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6534720" y="4505888"/>
              <a:ext cx="92896" cy="637600"/>
            </a:xfrm>
            <a:custGeom>
              <a:avLst/>
              <a:gdLst/>
              <a:ahLst/>
              <a:cxnLst/>
              <a:rect l="l" t="t" r="r" b="b"/>
              <a:pathLst>
                <a:path w="2903" h="19925" extrusionOk="0">
                  <a:moveTo>
                    <a:pt x="1" y="1"/>
                  </a:moveTo>
                  <a:lnTo>
                    <a:pt x="1" y="19925"/>
                  </a:lnTo>
                  <a:lnTo>
                    <a:pt x="2903" y="1992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6399008" y="4739840"/>
              <a:ext cx="92896" cy="403648"/>
            </a:xfrm>
            <a:custGeom>
              <a:avLst/>
              <a:gdLst/>
              <a:ahLst/>
              <a:cxnLst/>
              <a:rect l="l" t="t" r="r" b="b"/>
              <a:pathLst>
                <a:path w="2903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02" y="12614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6811552" y="4807712"/>
              <a:ext cx="94688" cy="335776"/>
            </a:xfrm>
            <a:custGeom>
              <a:avLst/>
              <a:gdLst/>
              <a:ahLst/>
              <a:cxnLst/>
              <a:rect l="l" t="t" r="r" b="b"/>
              <a:pathLst>
                <a:path w="2959" h="10493" extrusionOk="0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6675808" y="4614848"/>
              <a:ext cx="94688" cy="528640"/>
            </a:xfrm>
            <a:custGeom>
              <a:avLst/>
              <a:gdLst/>
              <a:ahLst/>
              <a:cxnLst/>
              <a:rect l="l" t="t" r="r" b="b"/>
              <a:pathLst>
                <a:path w="2959" h="16520" extrusionOk="0">
                  <a:moveTo>
                    <a:pt x="1" y="0"/>
                  </a:moveTo>
                  <a:lnTo>
                    <a:pt x="1" y="16520"/>
                  </a:lnTo>
                  <a:lnTo>
                    <a:pt x="2959" y="16520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70883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6952640" y="4530912"/>
              <a:ext cx="94688" cy="612576"/>
            </a:xfrm>
            <a:custGeom>
              <a:avLst/>
              <a:gdLst/>
              <a:ahLst/>
              <a:cxnLst/>
              <a:rect l="l" t="t" r="r" b="b"/>
              <a:pathLst>
                <a:path w="2959" h="19143" extrusionOk="0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73651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7229472" y="4825568"/>
              <a:ext cx="94688" cy="317920"/>
            </a:xfrm>
            <a:custGeom>
              <a:avLst/>
              <a:gdLst/>
              <a:ahLst/>
              <a:cxnLst/>
              <a:rect l="l" t="t" r="r" b="b"/>
              <a:pathLst>
                <a:path w="2959" h="9935" extrusionOk="0">
                  <a:moveTo>
                    <a:pt x="0" y="1"/>
                  </a:moveTo>
                  <a:lnTo>
                    <a:pt x="0" y="9935"/>
                  </a:lnTo>
                  <a:lnTo>
                    <a:pt x="2958" y="993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7643808" y="4632704"/>
              <a:ext cx="92896" cy="510784"/>
            </a:xfrm>
            <a:custGeom>
              <a:avLst/>
              <a:gdLst/>
              <a:ahLst/>
              <a:cxnLst/>
              <a:rect l="l" t="t" r="r" b="b"/>
              <a:pathLst>
                <a:path w="2903" h="15962" extrusionOk="0">
                  <a:moveTo>
                    <a:pt x="0" y="0"/>
                  </a:moveTo>
                  <a:lnTo>
                    <a:pt x="0" y="15962"/>
                  </a:lnTo>
                  <a:lnTo>
                    <a:pt x="2902" y="1596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7506272" y="4963104"/>
              <a:ext cx="94688" cy="180384"/>
            </a:xfrm>
            <a:custGeom>
              <a:avLst/>
              <a:gdLst/>
              <a:ahLst/>
              <a:cxnLst/>
              <a:rect l="l" t="t" r="r" b="b"/>
              <a:pathLst>
                <a:path w="2959" h="5637" extrusionOk="0">
                  <a:moveTo>
                    <a:pt x="1" y="0"/>
                  </a:moveTo>
                  <a:lnTo>
                    <a:pt x="1" y="5637"/>
                  </a:lnTo>
                  <a:lnTo>
                    <a:pt x="2959" y="5637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7920608" y="4909504"/>
              <a:ext cx="94688" cy="233984"/>
            </a:xfrm>
            <a:custGeom>
              <a:avLst/>
              <a:gdLst/>
              <a:ahLst/>
              <a:cxnLst/>
              <a:rect l="l" t="t" r="r" b="b"/>
              <a:pathLst>
                <a:path w="2959" h="7312" extrusionOk="0">
                  <a:moveTo>
                    <a:pt x="1" y="1"/>
                  </a:moveTo>
                  <a:lnTo>
                    <a:pt x="1" y="7312"/>
                  </a:lnTo>
                  <a:lnTo>
                    <a:pt x="2959" y="731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7784896" y="4777344"/>
              <a:ext cx="94688" cy="366144"/>
            </a:xfrm>
            <a:custGeom>
              <a:avLst/>
              <a:gdLst/>
              <a:ahLst/>
              <a:cxnLst/>
              <a:rect l="l" t="t" r="r" b="b"/>
              <a:pathLst>
                <a:path w="2959" h="11442" extrusionOk="0">
                  <a:moveTo>
                    <a:pt x="0" y="1"/>
                  </a:moveTo>
                  <a:lnTo>
                    <a:pt x="0" y="11442"/>
                  </a:lnTo>
                  <a:lnTo>
                    <a:pt x="2958" y="1144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8197440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8061696" y="4777344"/>
              <a:ext cx="94688" cy="366144"/>
            </a:xfrm>
            <a:custGeom>
              <a:avLst/>
              <a:gdLst/>
              <a:ahLst/>
              <a:cxnLst/>
              <a:rect l="l" t="t" r="r" b="b"/>
              <a:pathLst>
                <a:path w="2959" h="11442" extrusionOk="0">
                  <a:moveTo>
                    <a:pt x="1" y="1"/>
                  </a:moveTo>
                  <a:lnTo>
                    <a:pt x="1" y="11442"/>
                  </a:lnTo>
                  <a:lnTo>
                    <a:pt x="2959" y="1144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8474272" y="4721984"/>
              <a:ext cx="94656" cy="421504"/>
            </a:xfrm>
            <a:custGeom>
              <a:avLst/>
              <a:gdLst/>
              <a:ahLst/>
              <a:cxnLst/>
              <a:rect l="l" t="t" r="r" b="b"/>
              <a:pathLst>
                <a:path w="2958" h="13172" extrusionOk="0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8338528" y="4488032"/>
              <a:ext cx="94688" cy="655456"/>
            </a:xfrm>
            <a:custGeom>
              <a:avLst/>
              <a:gdLst/>
              <a:ahLst/>
              <a:cxnLst/>
              <a:rect l="l" t="t" r="r" b="b"/>
              <a:pathLst>
                <a:path w="2959" h="20483" extrusionOk="0">
                  <a:moveTo>
                    <a:pt x="0" y="1"/>
                  </a:moveTo>
                  <a:lnTo>
                    <a:pt x="0" y="20483"/>
                  </a:lnTo>
                  <a:lnTo>
                    <a:pt x="2958" y="2048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8751072" y="4409440"/>
              <a:ext cx="94688" cy="734048"/>
            </a:xfrm>
            <a:custGeom>
              <a:avLst/>
              <a:gdLst/>
              <a:ahLst/>
              <a:cxnLst/>
              <a:rect l="l" t="t" r="r" b="b"/>
              <a:pathLst>
                <a:path w="2959" h="22939" extrusionOk="0">
                  <a:moveTo>
                    <a:pt x="1" y="1"/>
                  </a:moveTo>
                  <a:lnTo>
                    <a:pt x="1" y="22939"/>
                  </a:lnTo>
                  <a:lnTo>
                    <a:pt x="2959" y="2293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8615360" y="4295168"/>
              <a:ext cx="94688" cy="848320"/>
            </a:xfrm>
            <a:custGeom>
              <a:avLst/>
              <a:gdLst/>
              <a:ahLst/>
              <a:cxnLst/>
              <a:rect l="l" t="t" r="r" b="b"/>
              <a:pathLst>
                <a:path w="2959" h="26510" extrusionOk="0">
                  <a:moveTo>
                    <a:pt x="0" y="0"/>
                  </a:moveTo>
                  <a:lnTo>
                    <a:pt x="0" y="26510"/>
                  </a:lnTo>
                  <a:lnTo>
                    <a:pt x="2958" y="26510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9029696" y="4409440"/>
              <a:ext cx="92896" cy="734048"/>
            </a:xfrm>
            <a:custGeom>
              <a:avLst/>
              <a:gdLst/>
              <a:ahLst/>
              <a:cxnLst/>
              <a:rect l="l" t="t" r="r" b="b"/>
              <a:pathLst>
                <a:path w="2903" h="22939" extrusionOk="0">
                  <a:moveTo>
                    <a:pt x="0" y="1"/>
                  </a:moveTo>
                  <a:lnTo>
                    <a:pt x="0" y="22939"/>
                  </a:lnTo>
                  <a:lnTo>
                    <a:pt x="2902" y="22939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8893952" y="4180864"/>
              <a:ext cx="92896" cy="962624"/>
            </a:xfrm>
            <a:custGeom>
              <a:avLst/>
              <a:gdLst/>
              <a:ahLst/>
              <a:cxnLst/>
              <a:rect l="l" t="t" r="r" b="b"/>
              <a:pathLst>
                <a:path w="2903" h="30082" extrusionOk="0">
                  <a:moveTo>
                    <a:pt x="1" y="0"/>
                  </a:moveTo>
                  <a:lnTo>
                    <a:pt x="1" y="30082"/>
                  </a:lnTo>
                  <a:lnTo>
                    <a:pt x="2903" y="30082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7" name="Google Shape;327;p5"/>
          <p:cNvSpPr/>
          <p:nvPr/>
        </p:nvSpPr>
        <p:spPr>
          <a:xfrm>
            <a:off x="0" y="3579000"/>
            <a:ext cx="9144000" cy="1293056"/>
          </a:xfrm>
          <a:custGeom>
            <a:avLst/>
            <a:gdLst/>
            <a:ahLst/>
            <a:cxnLst/>
            <a:rect l="l" t="t" r="r" b="b"/>
            <a:pathLst>
              <a:path w="285750" h="40408" extrusionOk="0">
                <a:moveTo>
                  <a:pt x="160288" y="224"/>
                </a:moveTo>
                <a:lnTo>
                  <a:pt x="160455" y="279"/>
                </a:lnTo>
                <a:lnTo>
                  <a:pt x="160623" y="335"/>
                </a:lnTo>
                <a:lnTo>
                  <a:pt x="160679" y="503"/>
                </a:lnTo>
                <a:lnTo>
                  <a:pt x="160734" y="670"/>
                </a:lnTo>
                <a:lnTo>
                  <a:pt x="160679" y="838"/>
                </a:lnTo>
                <a:lnTo>
                  <a:pt x="160623" y="1005"/>
                </a:lnTo>
                <a:lnTo>
                  <a:pt x="160455" y="1061"/>
                </a:lnTo>
                <a:lnTo>
                  <a:pt x="160288" y="1117"/>
                </a:lnTo>
                <a:lnTo>
                  <a:pt x="160120" y="1061"/>
                </a:lnTo>
                <a:lnTo>
                  <a:pt x="159953" y="1005"/>
                </a:lnTo>
                <a:lnTo>
                  <a:pt x="159897" y="838"/>
                </a:lnTo>
                <a:lnTo>
                  <a:pt x="159841" y="670"/>
                </a:lnTo>
                <a:lnTo>
                  <a:pt x="159897" y="503"/>
                </a:lnTo>
                <a:lnTo>
                  <a:pt x="159953" y="335"/>
                </a:lnTo>
                <a:lnTo>
                  <a:pt x="160120" y="279"/>
                </a:lnTo>
                <a:lnTo>
                  <a:pt x="160288" y="224"/>
                </a:lnTo>
                <a:close/>
                <a:moveTo>
                  <a:pt x="264319" y="670"/>
                </a:moveTo>
                <a:lnTo>
                  <a:pt x="264486" y="726"/>
                </a:lnTo>
                <a:lnTo>
                  <a:pt x="264654" y="782"/>
                </a:lnTo>
                <a:lnTo>
                  <a:pt x="264709" y="949"/>
                </a:lnTo>
                <a:lnTo>
                  <a:pt x="264765" y="1117"/>
                </a:lnTo>
                <a:lnTo>
                  <a:pt x="264709" y="1284"/>
                </a:lnTo>
                <a:lnTo>
                  <a:pt x="264654" y="1451"/>
                </a:lnTo>
                <a:lnTo>
                  <a:pt x="264486" y="1507"/>
                </a:lnTo>
                <a:lnTo>
                  <a:pt x="264319" y="1563"/>
                </a:lnTo>
                <a:lnTo>
                  <a:pt x="264151" y="1507"/>
                </a:lnTo>
                <a:lnTo>
                  <a:pt x="263984" y="1451"/>
                </a:lnTo>
                <a:lnTo>
                  <a:pt x="263928" y="1284"/>
                </a:lnTo>
                <a:lnTo>
                  <a:pt x="263872" y="1117"/>
                </a:lnTo>
                <a:lnTo>
                  <a:pt x="263928" y="949"/>
                </a:lnTo>
                <a:lnTo>
                  <a:pt x="263984" y="782"/>
                </a:lnTo>
                <a:lnTo>
                  <a:pt x="264151" y="726"/>
                </a:lnTo>
                <a:lnTo>
                  <a:pt x="264319" y="670"/>
                </a:lnTo>
                <a:close/>
                <a:moveTo>
                  <a:pt x="281508" y="2902"/>
                </a:moveTo>
                <a:lnTo>
                  <a:pt x="281676" y="2958"/>
                </a:lnTo>
                <a:lnTo>
                  <a:pt x="281843" y="3014"/>
                </a:lnTo>
                <a:lnTo>
                  <a:pt x="281899" y="3182"/>
                </a:lnTo>
                <a:lnTo>
                  <a:pt x="281955" y="3349"/>
                </a:lnTo>
                <a:lnTo>
                  <a:pt x="281899" y="3516"/>
                </a:lnTo>
                <a:lnTo>
                  <a:pt x="281843" y="3684"/>
                </a:lnTo>
                <a:lnTo>
                  <a:pt x="281676" y="3740"/>
                </a:lnTo>
                <a:lnTo>
                  <a:pt x="281508" y="3795"/>
                </a:lnTo>
                <a:lnTo>
                  <a:pt x="281341" y="3740"/>
                </a:lnTo>
                <a:lnTo>
                  <a:pt x="281174" y="3684"/>
                </a:lnTo>
                <a:lnTo>
                  <a:pt x="281118" y="3516"/>
                </a:lnTo>
                <a:lnTo>
                  <a:pt x="281062" y="3349"/>
                </a:lnTo>
                <a:lnTo>
                  <a:pt x="281118" y="3182"/>
                </a:lnTo>
                <a:lnTo>
                  <a:pt x="281174" y="3014"/>
                </a:lnTo>
                <a:lnTo>
                  <a:pt x="281341" y="2958"/>
                </a:lnTo>
                <a:lnTo>
                  <a:pt x="281508" y="2902"/>
                </a:lnTo>
                <a:close/>
                <a:moveTo>
                  <a:pt x="177701" y="6251"/>
                </a:moveTo>
                <a:lnTo>
                  <a:pt x="177868" y="6307"/>
                </a:lnTo>
                <a:lnTo>
                  <a:pt x="178036" y="6363"/>
                </a:lnTo>
                <a:lnTo>
                  <a:pt x="178091" y="6530"/>
                </a:lnTo>
                <a:lnTo>
                  <a:pt x="178147" y="6698"/>
                </a:lnTo>
                <a:lnTo>
                  <a:pt x="178091" y="6865"/>
                </a:lnTo>
                <a:lnTo>
                  <a:pt x="178036" y="7032"/>
                </a:lnTo>
                <a:lnTo>
                  <a:pt x="177868" y="7088"/>
                </a:lnTo>
                <a:lnTo>
                  <a:pt x="177701" y="7144"/>
                </a:lnTo>
                <a:lnTo>
                  <a:pt x="177533" y="7088"/>
                </a:lnTo>
                <a:lnTo>
                  <a:pt x="177366" y="7032"/>
                </a:lnTo>
                <a:lnTo>
                  <a:pt x="177310" y="6865"/>
                </a:lnTo>
                <a:lnTo>
                  <a:pt x="177254" y="6698"/>
                </a:lnTo>
                <a:lnTo>
                  <a:pt x="177310" y="6530"/>
                </a:lnTo>
                <a:lnTo>
                  <a:pt x="177366" y="6363"/>
                </a:lnTo>
                <a:lnTo>
                  <a:pt x="177533" y="6307"/>
                </a:lnTo>
                <a:lnTo>
                  <a:pt x="177701" y="6251"/>
                </a:lnTo>
                <a:close/>
                <a:moveTo>
                  <a:pt x="90860" y="12055"/>
                </a:moveTo>
                <a:lnTo>
                  <a:pt x="91027" y="12111"/>
                </a:lnTo>
                <a:lnTo>
                  <a:pt x="91194" y="12167"/>
                </a:lnTo>
                <a:lnTo>
                  <a:pt x="91250" y="12334"/>
                </a:lnTo>
                <a:lnTo>
                  <a:pt x="91306" y="12502"/>
                </a:lnTo>
                <a:lnTo>
                  <a:pt x="91250" y="12669"/>
                </a:lnTo>
                <a:lnTo>
                  <a:pt x="91194" y="12837"/>
                </a:lnTo>
                <a:lnTo>
                  <a:pt x="91027" y="12893"/>
                </a:lnTo>
                <a:lnTo>
                  <a:pt x="90860" y="12948"/>
                </a:lnTo>
                <a:lnTo>
                  <a:pt x="90692" y="12893"/>
                </a:lnTo>
                <a:lnTo>
                  <a:pt x="90525" y="12837"/>
                </a:lnTo>
                <a:lnTo>
                  <a:pt x="90469" y="12669"/>
                </a:lnTo>
                <a:lnTo>
                  <a:pt x="90413" y="12502"/>
                </a:lnTo>
                <a:lnTo>
                  <a:pt x="90469" y="12334"/>
                </a:lnTo>
                <a:lnTo>
                  <a:pt x="90525" y="12167"/>
                </a:lnTo>
                <a:lnTo>
                  <a:pt x="90692" y="12111"/>
                </a:lnTo>
                <a:lnTo>
                  <a:pt x="90860" y="12055"/>
                </a:lnTo>
                <a:close/>
                <a:moveTo>
                  <a:pt x="246683" y="15404"/>
                </a:moveTo>
                <a:lnTo>
                  <a:pt x="246850" y="15460"/>
                </a:lnTo>
                <a:lnTo>
                  <a:pt x="247017" y="15516"/>
                </a:lnTo>
                <a:lnTo>
                  <a:pt x="247073" y="15683"/>
                </a:lnTo>
                <a:lnTo>
                  <a:pt x="247129" y="15851"/>
                </a:lnTo>
                <a:lnTo>
                  <a:pt x="247073" y="16018"/>
                </a:lnTo>
                <a:lnTo>
                  <a:pt x="247017" y="16185"/>
                </a:lnTo>
                <a:lnTo>
                  <a:pt x="246850" y="16241"/>
                </a:lnTo>
                <a:lnTo>
                  <a:pt x="246683" y="16297"/>
                </a:lnTo>
                <a:lnTo>
                  <a:pt x="246515" y="16241"/>
                </a:lnTo>
                <a:lnTo>
                  <a:pt x="246348" y="16185"/>
                </a:lnTo>
                <a:lnTo>
                  <a:pt x="246292" y="16018"/>
                </a:lnTo>
                <a:lnTo>
                  <a:pt x="246236" y="15851"/>
                </a:lnTo>
                <a:lnTo>
                  <a:pt x="246292" y="15683"/>
                </a:lnTo>
                <a:lnTo>
                  <a:pt x="246348" y="15516"/>
                </a:lnTo>
                <a:lnTo>
                  <a:pt x="246515" y="15460"/>
                </a:lnTo>
                <a:lnTo>
                  <a:pt x="246683" y="15404"/>
                </a:lnTo>
                <a:close/>
                <a:moveTo>
                  <a:pt x="142875" y="15627"/>
                </a:moveTo>
                <a:lnTo>
                  <a:pt x="143042" y="15683"/>
                </a:lnTo>
                <a:lnTo>
                  <a:pt x="143210" y="15739"/>
                </a:lnTo>
                <a:lnTo>
                  <a:pt x="143266" y="15906"/>
                </a:lnTo>
                <a:lnTo>
                  <a:pt x="143321" y="16074"/>
                </a:lnTo>
                <a:lnTo>
                  <a:pt x="143266" y="16241"/>
                </a:lnTo>
                <a:lnTo>
                  <a:pt x="143210" y="16409"/>
                </a:lnTo>
                <a:lnTo>
                  <a:pt x="143042" y="16464"/>
                </a:lnTo>
                <a:lnTo>
                  <a:pt x="142875" y="16520"/>
                </a:lnTo>
                <a:lnTo>
                  <a:pt x="142708" y="16464"/>
                </a:lnTo>
                <a:lnTo>
                  <a:pt x="142540" y="16409"/>
                </a:lnTo>
                <a:lnTo>
                  <a:pt x="142484" y="16241"/>
                </a:lnTo>
                <a:lnTo>
                  <a:pt x="142429" y="16074"/>
                </a:lnTo>
                <a:lnTo>
                  <a:pt x="142484" y="15906"/>
                </a:lnTo>
                <a:lnTo>
                  <a:pt x="142540" y="15739"/>
                </a:lnTo>
                <a:lnTo>
                  <a:pt x="142708" y="15683"/>
                </a:lnTo>
                <a:lnTo>
                  <a:pt x="142875" y="15627"/>
                </a:lnTo>
                <a:close/>
                <a:moveTo>
                  <a:pt x="125685" y="17413"/>
                </a:moveTo>
                <a:lnTo>
                  <a:pt x="125853" y="17469"/>
                </a:lnTo>
                <a:lnTo>
                  <a:pt x="126020" y="17525"/>
                </a:lnTo>
                <a:lnTo>
                  <a:pt x="126076" y="17692"/>
                </a:lnTo>
                <a:lnTo>
                  <a:pt x="126132" y="17860"/>
                </a:lnTo>
                <a:lnTo>
                  <a:pt x="126076" y="18027"/>
                </a:lnTo>
                <a:lnTo>
                  <a:pt x="126020" y="18195"/>
                </a:lnTo>
                <a:lnTo>
                  <a:pt x="125853" y="18250"/>
                </a:lnTo>
                <a:lnTo>
                  <a:pt x="125685" y="18306"/>
                </a:lnTo>
                <a:lnTo>
                  <a:pt x="125518" y="18250"/>
                </a:lnTo>
                <a:lnTo>
                  <a:pt x="125350" y="18195"/>
                </a:lnTo>
                <a:lnTo>
                  <a:pt x="125295" y="18027"/>
                </a:lnTo>
                <a:lnTo>
                  <a:pt x="125239" y="17860"/>
                </a:lnTo>
                <a:lnTo>
                  <a:pt x="125295" y="17692"/>
                </a:lnTo>
                <a:lnTo>
                  <a:pt x="125350" y="17525"/>
                </a:lnTo>
                <a:lnTo>
                  <a:pt x="125518" y="17469"/>
                </a:lnTo>
                <a:lnTo>
                  <a:pt x="125685" y="17413"/>
                </a:lnTo>
                <a:close/>
                <a:moveTo>
                  <a:pt x="73670" y="17636"/>
                </a:moveTo>
                <a:lnTo>
                  <a:pt x="73837" y="17692"/>
                </a:lnTo>
                <a:lnTo>
                  <a:pt x="74005" y="17748"/>
                </a:lnTo>
                <a:lnTo>
                  <a:pt x="74061" y="17915"/>
                </a:lnTo>
                <a:lnTo>
                  <a:pt x="74116" y="18083"/>
                </a:lnTo>
                <a:lnTo>
                  <a:pt x="74061" y="18250"/>
                </a:lnTo>
                <a:lnTo>
                  <a:pt x="74005" y="18418"/>
                </a:lnTo>
                <a:lnTo>
                  <a:pt x="73837" y="18474"/>
                </a:lnTo>
                <a:lnTo>
                  <a:pt x="73670" y="18529"/>
                </a:lnTo>
                <a:lnTo>
                  <a:pt x="73502" y="18474"/>
                </a:lnTo>
                <a:lnTo>
                  <a:pt x="73335" y="18418"/>
                </a:lnTo>
                <a:lnTo>
                  <a:pt x="73279" y="18250"/>
                </a:lnTo>
                <a:lnTo>
                  <a:pt x="73223" y="18083"/>
                </a:lnTo>
                <a:lnTo>
                  <a:pt x="73279" y="17915"/>
                </a:lnTo>
                <a:lnTo>
                  <a:pt x="73335" y="17748"/>
                </a:lnTo>
                <a:lnTo>
                  <a:pt x="73502" y="17692"/>
                </a:lnTo>
                <a:lnTo>
                  <a:pt x="73670" y="17636"/>
                </a:lnTo>
                <a:close/>
                <a:moveTo>
                  <a:pt x="21543" y="17971"/>
                </a:moveTo>
                <a:lnTo>
                  <a:pt x="21710" y="18027"/>
                </a:lnTo>
                <a:lnTo>
                  <a:pt x="21878" y="18083"/>
                </a:lnTo>
                <a:lnTo>
                  <a:pt x="21934" y="18250"/>
                </a:lnTo>
                <a:lnTo>
                  <a:pt x="21989" y="18418"/>
                </a:lnTo>
                <a:lnTo>
                  <a:pt x="21934" y="18585"/>
                </a:lnTo>
                <a:lnTo>
                  <a:pt x="21878" y="18753"/>
                </a:lnTo>
                <a:lnTo>
                  <a:pt x="21710" y="18808"/>
                </a:lnTo>
                <a:lnTo>
                  <a:pt x="21543" y="18864"/>
                </a:lnTo>
                <a:lnTo>
                  <a:pt x="21375" y="18808"/>
                </a:lnTo>
                <a:lnTo>
                  <a:pt x="21208" y="18753"/>
                </a:lnTo>
                <a:lnTo>
                  <a:pt x="21152" y="18585"/>
                </a:lnTo>
                <a:lnTo>
                  <a:pt x="21096" y="18418"/>
                </a:lnTo>
                <a:lnTo>
                  <a:pt x="21152" y="18250"/>
                </a:lnTo>
                <a:lnTo>
                  <a:pt x="21208" y="18083"/>
                </a:lnTo>
                <a:lnTo>
                  <a:pt x="21375" y="18027"/>
                </a:lnTo>
                <a:lnTo>
                  <a:pt x="21543" y="17971"/>
                </a:lnTo>
                <a:close/>
                <a:moveTo>
                  <a:pt x="229716" y="22101"/>
                </a:moveTo>
                <a:lnTo>
                  <a:pt x="229884" y="22157"/>
                </a:lnTo>
                <a:lnTo>
                  <a:pt x="230051" y="22213"/>
                </a:lnTo>
                <a:lnTo>
                  <a:pt x="230107" y="22380"/>
                </a:lnTo>
                <a:lnTo>
                  <a:pt x="230163" y="22548"/>
                </a:lnTo>
                <a:lnTo>
                  <a:pt x="230107" y="22715"/>
                </a:lnTo>
                <a:lnTo>
                  <a:pt x="230051" y="22883"/>
                </a:lnTo>
                <a:lnTo>
                  <a:pt x="229884" y="22938"/>
                </a:lnTo>
                <a:lnTo>
                  <a:pt x="229716" y="22994"/>
                </a:lnTo>
                <a:lnTo>
                  <a:pt x="229549" y="22938"/>
                </a:lnTo>
                <a:lnTo>
                  <a:pt x="229381" y="22883"/>
                </a:lnTo>
                <a:lnTo>
                  <a:pt x="229326" y="22715"/>
                </a:lnTo>
                <a:lnTo>
                  <a:pt x="229270" y="22548"/>
                </a:lnTo>
                <a:lnTo>
                  <a:pt x="229326" y="22380"/>
                </a:lnTo>
                <a:lnTo>
                  <a:pt x="229381" y="22213"/>
                </a:lnTo>
                <a:lnTo>
                  <a:pt x="229549" y="22157"/>
                </a:lnTo>
                <a:lnTo>
                  <a:pt x="229716" y="22101"/>
                </a:lnTo>
                <a:close/>
                <a:moveTo>
                  <a:pt x="194890" y="25450"/>
                </a:moveTo>
                <a:lnTo>
                  <a:pt x="195058" y="25506"/>
                </a:lnTo>
                <a:lnTo>
                  <a:pt x="195225" y="25562"/>
                </a:lnTo>
                <a:lnTo>
                  <a:pt x="195281" y="25729"/>
                </a:lnTo>
                <a:lnTo>
                  <a:pt x="195337" y="25896"/>
                </a:lnTo>
                <a:lnTo>
                  <a:pt x="195281" y="26064"/>
                </a:lnTo>
                <a:lnTo>
                  <a:pt x="195225" y="26231"/>
                </a:lnTo>
                <a:lnTo>
                  <a:pt x="195058" y="26287"/>
                </a:lnTo>
                <a:lnTo>
                  <a:pt x="194890" y="26343"/>
                </a:lnTo>
                <a:lnTo>
                  <a:pt x="194723" y="26287"/>
                </a:lnTo>
                <a:lnTo>
                  <a:pt x="194556" y="26231"/>
                </a:lnTo>
                <a:lnTo>
                  <a:pt x="194500" y="26064"/>
                </a:lnTo>
                <a:lnTo>
                  <a:pt x="194444" y="25896"/>
                </a:lnTo>
                <a:lnTo>
                  <a:pt x="194500" y="25729"/>
                </a:lnTo>
                <a:lnTo>
                  <a:pt x="194556" y="25562"/>
                </a:lnTo>
                <a:lnTo>
                  <a:pt x="194723" y="25506"/>
                </a:lnTo>
                <a:lnTo>
                  <a:pt x="194890" y="25450"/>
                </a:lnTo>
                <a:close/>
                <a:moveTo>
                  <a:pt x="4465" y="26789"/>
                </a:moveTo>
                <a:lnTo>
                  <a:pt x="4632" y="26845"/>
                </a:lnTo>
                <a:lnTo>
                  <a:pt x="4800" y="26901"/>
                </a:lnTo>
                <a:lnTo>
                  <a:pt x="4856" y="27068"/>
                </a:lnTo>
                <a:lnTo>
                  <a:pt x="4911" y="27236"/>
                </a:lnTo>
                <a:lnTo>
                  <a:pt x="4856" y="27403"/>
                </a:lnTo>
                <a:lnTo>
                  <a:pt x="4800" y="27571"/>
                </a:lnTo>
                <a:lnTo>
                  <a:pt x="4632" y="27627"/>
                </a:lnTo>
                <a:lnTo>
                  <a:pt x="4465" y="27682"/>
                </a:lnTo>
                <a:lnTo>
                  <a:pt x="4297" y="27627"/>
                </a:lnTo>
                <a:lnTo>
                  <a:pt x="4130" y="27571"/>
                </a:lnTo>
                <a:lnTo>
                  <a:pt x="4074" y="27403"/>
                </a:lnTo>
                <a:lnTo>
                  <a:pt x="4018" y="27236"/>
                </a:lnTo>
                <a:lnTo>
                  <a:pt x="4074" y="27068"/>
                </a:lnTo>
                <a:lnTo>
                  <a:pt x="4130" y="26901"/>
                </a:lnTo>
                <a:lnTo>
                  <a:pt x="4297" y="26845"/>
                </a:lnTo>
                <a:lnTo>
                  <a:pt x="4465" y="26789"/>
                </a:lnTo>
                <a:close/>
                <a:moveTo>
                  <a:pt x="108272" y="29915"/>
                </a:moveTo>
                <a:lnTo>
                  <a:pt x="108440" y="29971"/>
                </a:lnTo>
                <a:lnTo>
                  <a:pt x="108607" y="30026"/>
                </a:lnTo>
                <a:lnTo>
                  <a:pt x="108663" y="30194"/>
                </a:lnTo>
                <a:lnTo>
                  <a:pt x="108719" y="30361"/>
                </a:lnTo>
                <a:lnTo>
                  <a:pt x="108663" y="30529"/>
                </a:lnTo>
                <a:lnTo>
                  <a:pt x="108607" y="30696"/>
                </a:lnTo>
                <a:lnTo>
                  <a:pt x="108440" y="30752"/>
                </a:lnTo>
                <a:lnTo>
                  <a:pt x="108272" y="30808"/>
                </a:lnTo>
                <a:lnTo>
                  <a:pt x="108105" y="30752"/>
                </a:lnTo>
                <a:lnTo>
                  <a:pt x="107938" y="30696"/>
                </a:lnTo>
                <a:lnTo>
                  <a:pt x="107882" y="30529"/>
                </a:lnTo>
                <a:lnTo>
                  <a:pt x="107826" y="30361"/>
                </a:lnTo>
                <a:lnTo>
                  <a:pt x="107882" y="30194"/>
                </a:lnTo>
                <a:lnTo>
                  <a:pt x="107938" y="30026"/>
                </a:lnTo>
                <a:lnTo>
                  <a:pt x="108105" y="29971"/>
                </a:lnTo>
                <a:lnTo>
                  <a:pt x="108272" y="29915"/>
                </a:lnTo>
                <a:close/>
                <a:moveTo>
                  <a:pt x="212080" y="32147"/>
                </a:moveTo>
                <a:lnTo>
                  <a:pt x="212248" y="32203"/>
                </a:lnTo>
                <a:lnTo>
                  <a:pt x="212415" y="32259"/>
                </a:lnTo>
                <a:lnTo>
                  <a:pt x="212471" y="32426"/>
                </a:lnTo>
                <a:lnTo>
                  <a:pt x="212527" y="32594"/>
                </a:lnTo>
                <a:lnTo>
                  <a:pt x="212471" y="32761"/>
                </a:lnTo>
                <a:lnTo>
                  <a:pt x="212415" y="32928"/>
                </a:lnTo>
                <a:lnTo>
                  <a:pt x="212248" y="32984"/>
                </a:lnTo>
                <a:lnTo>
                  <a:pt x="212080" y="33040"/>
                </a:lnTo>
                <a:lnTo>
                  <a:pt x="211913" y="32984"/>
                </a:lnTo>
                <a:lnTo>
                  <a:pt x="211745" y="32928"/>
                </a:lnTo>
                <a:lnTo>
                  <a:pt x="211689" y="32761"/>
                </a:lnTo>
                <a:lnTo>
                  <a:pt x="211634" y="32594"/>
                </a:lnTo>
                <a:lnTo>
                  <a:pt x="211689" y="32426"/>
                </a:lnTo>
                <a:lnTo>
                  <a:pt x="211745" y="32259"/>
                </a:lnTo>
                <a:lnTo>
                  <a:pt x="211913" y="32203"/>
                </a:lnTo>
                <a:lnTo>
                  <a:pt x="212080" y="32147"/>
                </a:lnTo>
                <a:close/>
                <a:moveTo>
                  <a:pt x="56257" y="36389"/>
                </a:moveTo>
                <a:lnTo>
                  <a:pt x="56424" y="36445"/>
                </a:lnTo>
                <a:lnTo>
                  <a:pt x="56592" y="36500"/>
                </a:lnTo>
                <a:lnTo>
                  <a:pt x="56648" y="36668"/>
                </a:lnTo>
                <a:lnTo>
                  <a:pt x="56704" y="36835"/>
                </a:lnTo>
                <a:lnTo>
                  <a:pt x="56648" y="37003"/>
                </a:lnTo>
                <a:lnTo>
                  <a:pt x="56592" y="37170"/>
                </a:lnTo>
                <a:lnTo>
                  <a:pt x="56424" y="37226"/>
                </a:lnTo>
                <a:lnTo>
                  <a:pt x="56257" y="37282"/>
                </a:lnTo>
                <a:lnTo>
                  <a:pt x="56090" y="37226"/>
                </a:lnTo>
                <a:lnTo>
                  <a:pt x="55922" y="37170"/>
                </a:lnTo>
                <a:lnTo>
                  <a:pt x="55866" y="37003"/>
                </a:lnTo>
                <a:lnTo>
                  <a:pt x="55811" y="36835"/>
                </a:lnTo>
                <a:lnTo>
                  <a:pt x="55866" y="36668"/>
                </a:lnTo>
                <a:lnTo>
                  <a:pt x="55922" y="36500"/>
                </a:lnTo>
                <a:lnTo>
                  <a:pt x="56090" y="36445"/>
                </a:lnTo>
                <a:lnTo>
                  <a:pt x="56257" y="36389"/>
                </a:lnTo>
                <a:close/>
                <a:moveTo>
                  <a:pt x="39067" y="39291"/>
                </a:moveTo>
                <a:lnTo>
                  <a:pt x="39235" y="39347"/>
                </a:lnTo>
                <a:lnTo>
                  <a:pt x="39402" y="39403"/>
                </a:lnTo>
                <a:lnTo>
                  <a:pt x="39458" y="39570"/>
                </a:lnTo>
                <a:lnTo>
                  <a:pt x="39514" y="39737"/>
                </a:lnTo>
                <a:lnTo>
                  <a:pt x="39458" y="39905"/>
                </a:lnTo>
                <a:lnTo>
                  <a:pt x="39402" y="40072"/>
                </a:lnTo>
                <a:lnTo>
                  <a:pt x="39235" y="40128"/>
                </a:lnTo>
                <a:lnTo>
                  <a:pt x="39067" y="40184"/>
                </a:lnTo>
                <a:lnTo>
                  <a:pt x="38900" y="40128"/>
                </a:lnTo>
                <a:lnTo>
                  <a:pt x="38733" y="40072"/>
                </a:lnTo>
                <a:lnTo>
                  <a:pt x="38677" y="39905"/>
                </a:lnTo>
                <a:lnTo>
                  <a:pt x="38621" y="39737"/>
                </a:lnTo>
                <a:lnTo>
                  <a:pt x="38677" y="39570"/>
                </a:lnTo>
                <a:lnTo>
                  <a:pt x="38733" y="39403"/>
                </a:lnTo>
                <a:lnTo>
                  <a:pt x="38900" y="39347"/>
                </a:lnTo>
                <a:lnTo>
                  <a:pt x="39067" y="39291"/>
                </a:lnTo>
                <a:close/>
                <a:moveTo>
                  <a:pt x="160288" y="0"/>
                </a:moveTo>
                <a:lnTo>
                  <a:pt x="160009" y="56"/>
                </a:lnTo>
                <a:lnTo>
                  <a:pt x="159841" y="224"/>
                </a:lnTo>
                <a:lnTo>
                  <a:pt x="159674" y="391"/>
                </a:lnTo>
                <a:lnTo>
                  <a:pt x="159618" y="670"/>
                </a:lnTo>
                <a:lnTo>
                  <a:pt x="159674" y="893"/>
                </a:lnTo>
                <a:lnTo>
                  <a:pt x="143266" y="15571"/>
                </a:lnTo>
                <a:lnTo>
                  <a:pt x="143098" y="15460"/>
                </a:lnTo>
                <a:lnTo>
                  <a:pt x="142875" y="15404"/>
                </a:lnTo>
                <a:lnTo>
                  <a:pt x="142652" y="15460"/>
                </a:lnTo>
                <a:lnTo>
                  <a:pt x="142429" y="15571"/>
                </a:lnTo>
                <a:lnTo>
                  <a:pt x="142317" y="15739"/>
                </a:lnTo>
                <a:lnTo>
                  <a:pt x="142205" y="15906"/>
                </a:lnTo>
                <a:lnTo>
                  <a:pt x="126299" y="17581"/>
                </a:lnTo>
                <a:lnTo>
                  <a:pt x="126188" y="17413"/>
                </a:lnTo>
                <a:lnTo>
                  <a:pt x="126020" y="17302"/>
                </a:lnTo>
                <a:lnTo>
                  <a:pt x="125853" y="17190"/>
                </a:lnTo>
                <a:lnTo>
                  <a:pt x="125685" y="17190"/>
                </a:lnTo>
                <a:lnTo>
                  <a:pt x="125406" y="17246"/>
                </a:lnTo>
                <a:lnTo>
                  <a:pt x="125239" y="17413"/>
                </a:lnTo>
                <a:lnTo>
                  <a:pt x="125071" y="17581"/>
                </a:lnTo>
                <a:lnTo>
                  <a:pt x="125016" y="17860"/>
                </a:lnTo>
                <a:lnTo>
                  <a:pt x="125016" y="18027"/>
                </a:lnTo>
                <a:lnTo>
                  <a:pt x="108775" y="29915"/>
                </a:lnTo>
                <a:lnTo>
                  <a:pt x="108552" y="29747"/>
                </a:lnTo>
                <a:lnTo>
                  <a:pt x="108272" y="29691"/>
                </a:lnTo>
                <a:lnTo>
                  <a:pt x="107993" y="29747"/>
                </a:lnTo>
                <a:lnTo>
                  <a:pt x="107770" y="29915"/>
                </a:lnTo>
                <a:lnTo>
                  <a:pt x="91473" y="12781"/>
                </a:lnTo>
                <a:lnTo>
                  <a:pt x="91529" y="12502"/>
                </a:lnTo>
                <a:lnTo>
                  <a:pt x="91473" y="12223"/>
                </a:lnTo>
                <a:lnTo>
                  <a:pt x="91306" y="12055"/>
                </a:lnTo>
                <a:lnTo>
                  <a:pt x="91139" y="11888"/>
                </a:lnTo>
                <a:lnTo>
                  <a:pt x="90860" y="11832"/>
                </a:lnTo>
                <a:lnTo>
                  <a:pt x="90581" y="11888"/>
                </a:lnTo>
                <a:lnTo>
                  <a:pt x="90413" y="12055"/>
                </a:lnTo>
                <a:lnTo>
                  <a:pt x="90246" y="12223"/>
                </a:lnTo>
                <a:lnTo>
                  <a:pt x="90190" y="12502"/>
                </a:lnTo>
                <a:lnTo>
                  <a:pt x="74172" y="17636"/>
                </a:lnTo>
                <a:lnTo>
                  <a:pt x="73949" y="17469"/>
                </a:lnTo>
                <a:lnTo>
                  <a:pt x="73837" y="17413"/>
                </a:lnTo>
                <a:lnTo>
                  <a:pt x="73670" y="17413"/>
                </a:lnTo>
                <a:lnTo>
                  <a:pt x="73391" y="17469"/>
                </a:lnTo>
                <a:lnTo>
                  <a:pt x="73223" y="17636"/>
                </a:lnTo>
                <a:lnTo>
                  <a:pt x="73056" y="17804"/>
                </a:lnTo>
                <a:lnTo>
                  <a:pt x="73000" y="18083"/>
                </a:lnTo>
                <a:lnTo>
                  <a:pt x="73056" y="18362"/>
                </a:lnTo>
                <a:lnTo>
                  <a:pt x="56759" y="36389"/>
                </a:lnTo>
                <a:lnTo>
                  <a:pt x="56536" y="36221"/>
                </a:lnTo>
                <a:lnTo>
                  <a:pt x="56257" y="36165"/>
                </a:lnTo>
                <a:lnTo>
                  <a:pt x="55978" y="36221"/>
                </a:lnTo>
                <a:lnTo>
                  <a:pt x="55811" y="36389"/>
                </a:lnTo>
                <a:lnTo>
                  <a:pt x="55643" y="36556"/>
                </a:lnTo>
                <a:lnTo>
                  <a:pt x="55587" y="36835"/>
                </a:lnTo>
                <a:lnTo>
                  <a:pt x="55587" y="36947"/>
                </a:lnTo>
                <a:lnTo>
                  <a:pt x="39737" y="39626"/>
                </a:lnTo>
                <a:lnTo>
                  <a:pt x="39737" y="39737"/>
                </a:lnTo>
                <a:lnTo>
                  <a:pt x="39681" y="39458"/>
                </a:lnTo>
                <a:lnTo>
                  <a:pt x="39514" y="39291"/>
                </a:lnTo>
                <a:lnTo>
                  <a:pt x="39346" y="39123"/>
                </a:lnTo>
                <a:lnTo>
                  <a:pt x="39067" y="39068"/>
                </a:lnTo>
                <a:lnTo>
                  <a:pt x="38844" y="39123"/>
                </a:lnTo>
                <a:lnTo>
                  <a:pt x="38621" y="39235"/>
                </a:lnTo>
                <a:lnTo>
                  <a:pt x="22045" y="18864"/>
                </a:lnTo>
                <a:lnTo>
                  <a:pt x="22157" y="18641"/>
                </a:lnTo>
                <a:lnTo>
                  <a:pt x="22213" y="18418"/>
                </a:lnTo>
                <a:lnTo>
                  <a:pt x="22157" y="18139"/>
                </a:lnTo>
                <a:lnTo>
                  <a:pt x="21989" y="17971"/>
                </a:lnTo>
                <a:lnTo>
                  <a:pt x="21822" y="17804"/>
                </a:lnTo>
                <a:lnTo>
                  <a:pt x="21543" y="17748"/>
                </a:lnTo>
                <a:lnTo>
                  <a:pt x="21264" y="17804"/>
                </a:lnTo>
                <a:lnTo>
                  <a:pt x="21096" y="17971"/>
                </a:lnTo>
                <a:lnTo>
                  <a:pt x="20929" y="18139"/>
                </a:lnTo>
                <a:lnTo>
                  <a:pt x="20873" y="18418"/>
                </a:lnTo>
                <a:lnTo>
                  <a:pt x="20929" y="18641"/>
                </a:lnTo>
                <a:lnTo>
                  <a:pt x="4967" y="26789"/>
                </a:lnTo>
                <a:lnTo>
                  <a:pt x="4744" y="26622"/>
                </a:lnTo>
                <a:lnTo>
                  <a:pt x="4465" y="26566"/>
                </a:lnTo>
                <a:lnTo>
                  <a:pt x="4242" y="26622"/>
                </a:lnTo>
                <a:lnTo>
                  <a:pt x="4018" y="26734"/>
                </a:lnTo>
                <a:lnTo>
                  <a:pt x="0" y="24948"/>
                </a:lnTo>
                <a:lnTo>
                  <a:pt x="0" y="25171"/>
                </a:lnTo>
                <a:lnTo>
                  <a:pt x="3851" y="26901"/>
                </a:lnTo>
                <a:lnTo>
                  <a:pt x="3795" y="27068"/>
                </a:lnTo>
                <a:lnTo>
                  <a:pt x="3795" y="27236"/>
                </a:lnTo>
                <a:lnTo>
                  <a:pt x="3851" y="27515"/>
                </a:lnTo>
                <a:lnTo>
                  <a:pt x="4018" y="27682"/>
                </a:lnTo>
                <a:lnTo>
                  <a:pt x="4186" y="27850"/>
                </a:lnTo>
                <a:lnTo>
                  <a:pt x="4465" y="27906"/>
                </a:lnTo>
                <a:lnTo>
                  <a:pt x="4744" y="27850"/>
                </a:lnTo>
                <a:lnTo>
                  <a:pt x="4911" y="27682"/>
                </a:lnTo>
                <a:lnTo>
                  <a:pt x="5079" y="27515"/>
                </a:lnTo>
                <a:lnTo>
                  <a:pt x="5135" y="27236"/>
                </a:lnTo>
                <a:lnTo>
                  <a:pt x="5079" y="27013"/>
                </a:lnTo>
                <a:lnTo>
                  <a:pt x="20985" y="18808"/>
                </a:lnTo>
                <a:lnTo>
                  <a:pt x="21096" y="18920"/>
                </a:lnTo>
                <a:lnTo>
                  <a:pt x="21264" y="19032"/>
                </a:lnTo>
                <a:lnTo>
                  <a:pt x="21375" y="19088"/>
                </a:lnTo>
                <a:lnTo>
                  <a:pt x="21710" y="19088"/>
                </a:lnTo>
                <a:lnTo>
                  <a:pt x="21878" y="18976"/>
                </a:lnTo>
                <a:lnTo>
                  <a:pt x="38453" y="39458"/>
                </a:lnTo>
                <a:lnTo>
                  <a:pt x="38398" y="39570"/>
                </a:lnTo>
                <a:lnTo>
                  <a:pt x="38398" y="39737"/>
                </a:lnTo>
                <a:lnTo>
                  <a:pt x="38453" y="40016"/>
                </a:lnTo>
                <a:lnTo>
                  <a:pt x="38621" y="40184"/>
                </a:lnTo>
                <a:lnTo>
                  <a:pt x="38788" y="40351"/>
                </a:lnTo>
                <a:lnTo>
                  <a:pt x="39067" y="40407"/>
                </a:lnTo>
                <a:lnTo>
                  <a:pt x="39291" y="40351"/>
                </a:lnTo>
                <a:lnTo>
                  <a:pt x="39514" y="40240"/>
                </a:lnTo>
                <a:lnTo>
                  <a:pt x="39625" y="40072"/>
                </a:lnTo>
                <a:lnTo>
                  <a:pt x="39737" y="39849"/>
                </a:lnTo>
                <a:lnTo>
                  <a:pt x="55699" y="37170"/>
                </a:lnTo>
                <a:lnTo>
                  <a:pt x="55811" y="37282"/>
                </a:lnTo>
                <a:lnTo>
                  <a:pt x="55922" y="37393"/>
                </a:lnTo>
                <a:lnTo>
                  <a:pt x="56090" y="37505"/>
                </a:lnTo>
                <a:lnTo>
                  <a:pt x="56257" y="37505"/>
                </a:lnTo>
                <a:lnTo>
                  <a:pt x="56536" y="37449"/>
                </a:lnTo>
                <a:lnTo>
                  <a:pt x="56704" y="37282"/>
                </a:lnTo>
                <a:lnTo>
                  <a:pt x="56871" y="37114"/>
                </a:lnTo>
                <a:lnTo>
                  <a:pt x="56927" y="36835"/>
                </a:lnTo>
                <a:lnTo>
                  <a:pt x="56871" y="36556"/>
                </a:lnTo>
                <a:lnTo>
                  <a:pt x="73168" y="18529"/>
                </a:lnTo>
                <a:lnTo>
                  <a:pt x="73391" y="18697"/>
                </a:lnTo>
                <a:lnTo>
                  <a:pt x="73670" y="18753"/>
                </a:lnTo>
                <a:lnTo>
                  <a:pt x="73949" y="18697"/>
                </a:lnTo>
                <a:lnTo>
                  <a:pt x="74116" y="18529"/>
                </a:lnTo>
                <a:lnTo>
                  <a:pt x="74284" y="18362"/>
                </a:lnTo>
                <a:lnTo>
                  <a:pt x="74340" y="18083"/>
                </a:lnTo>
                <a:lnTo>
                  <a:pt x="74284" y="17860"/>
                </a:lnTo>
                <a:lnTo>
                  <a:pt x="90246" y="12725"/>
                </a:lnTo>
                <a:lnTo>
                  <a:pt x="90357" y="12893"/>
                </a:lnTo>
                <a:lnTo>
                  <a:pt x="90469" y="13060"/>
                </a:lnTo>
                <a:lnTo>
                  <a:pt x="90636" y="13116"/>
                </a:lnTo>
                <a:lnTo>
                  <a:pt x="90860" y="13172"/>
                </a:lnTo>
                <a:lnTo>
                  <a:pt x="91139" y="13116"/>
                </a:lnTo>
                <a:lnTo>
                  <a:pt x="91362" y="12948"/>
                </a:lnTo>
                <a:lnTo>
                  <a:pt x="107659" y="30082"/>
                </a:lnTo>
                <a:lnTo>
                  <a:pt x="107603" y="30361"/>
                </a:lnTo>
                <a:lnTo>
                  <a:pt x="107659" y="30640"/>
                </a:lnTo>
                <a:lnTo>
                  <a:pt x="107826" y="30808"/>
                </a:lnTo>
                <a:lnTo>
                  <a:pt x="107993" y="30975"/>
                </a:lnTo>
                <a:lnTo>
                  <a:pt x="108272" y="31031"/>
                </a:lnTo>
                <a:lnTo>
                  <a:pt x="108552" y="30975"/>
                </a:lnTo>
                <a:lnTo>
                  <a:pt x="108719" y="30808"/>
                </a:lnTo>
                <a:lnTo>
                  <a:pt x="108886" y="30640"/>
                </a:lnTo>
                <a:lnTo>
                  <a:pt x="108942" y="30361"/>
                </a:lnTo>
                <a:lnTo>
                  <a:pt x="108886" y="30082"/>
                </a:lnTo>
                <a:lnTo>
                  <a:pt x="125127" y="18195"/>
                </a:lnTo>
                <a:lnTo>
                  <a:pt x="125239" y="18362"/>
                </a:lnTo>
                <a:lnTo>
                  <a:pt x="125350" y="18418"/>
                </a:lnTo>
                <a:lnTo>
                  <a:pt x="125518" y="18529"/>
                </a:lnTo>
                <a:lnTo>
                  <a:pt x="125685" y="18529"/>
                </a:lnTo>
                <a:lnTo>
                  <a:pt x="125964" y="18474"/>
                </a:lnTo>
                <a:lnTo>
                  <a:pt x="126132" y="18306"/>
                </a:lnTo>
                <a:lnTo>
                  <a:pt x="126299" y="18139"/>
                </a:lnTo>
                <a:lnTo>
                  <a:pt x="126355" y="17860"/>
                </a:lnTo>
                <a:lnTo>
                  <a:pt x="126355" y="17804"/>
                </a:lnTo>
                <a:lnTo>
                  <a:pt x="142205" y="16130"/>
                </a:lnTo>
                <a:lnTo>
                  <a:pt x="142261" y="16409"/>
                </a:lnTo>
                <a:lnTo>
                  <a:pt x="142429" y="16576"/>
                </a:lnTo>
                <a:lnTo>
                  <a:pt x="142652" y="16688"/>
                </a:lnTo>
                <a:lnTo>
                  <a:pt x="142875" y="16743"/>
                </a:lnTo>
                <a:lnTo>
                  <a:pt x="143154" y="16688"/>
                </a:lnTo>
                <a:lnTo>
                  <a:pt x="143321" y="16520"/>
                </a:lnTo>
                <a:lnTo>
                  <a:pt x="143489" y="16353"/>
                </a:lnTo>
                <a:lnTo>
                  <a:pt x="143545" y="16074"/>
                </a:lnTo>
                <a:lnTo>
                  <a:pt x="143489" y="15906"/>
                </a:lnTo>
                <a:lnTo>
                  <a:pt x="143433" y="15683"/>
                </a:lnTo>
                <a:lnTo>
                  <a:pt x="159786" y="1061"/>
                </a:lnTo>
                <a:lnTo>
                  <a:pt x="160009" y="1284"/>
                </a:lnTo>
                <a:lnTo>
                  <a:pt x="160120" y="1340"/>
                </a:lnTo>
                <a:lnTo>
                  <a:pt x="160288" y="1340"/>
                </a:lnTo>
                <a:lnTo>
                  <a:pt x="160511" y="1284"/>
                </a:lnTo>
                <a:lnTo>
                  <a:pt x="160679" y="1228"/>
                </a:lnTo>
                <a:lnTo>
                  <a:pt x="160790" y="1117"/>
                </a:lnTo>
                <a:lnTo>
                  <a:pt x="160902" y="949"/>
                </a:lnTo>
                <a:lnTo>
                  <a:pt x="177031" y="6530"/>
                </a:lnTo>
                <a:lnTo>
                  <a:pt x="177031" y="6698"/>
                </a:lnTo>
                <a:lnTo>
                  <a:pt x="177087" y="6977"/>
                </a:lnTo>
                <a:lnTo>
                  <a:pt x="177254" y="7144"/>
                </a:lnTo>
                <a:lnTo>
                  <a:pt x="177422" y="7312"/>
                </a:lnTo>
                <a:lnTo>
                  <a:pt x="177701" y="7367"/>
                </a:lnTo>
                <a:lnTo>
                  <a:pt x="177868" y="7367"/>
                </a:lnTo>
                <a:lnTo>
                  <a:pt x="178036" y="7256"/>
                </a:lnTo>
                <a:lnTo>
                  <a:pt x="194388" y="25450"/>
                </a:lnTo>
                <a:lnTo>
                  <a:pt x="194277" y="25673"/>
                </a:lnTo>
                <a:lnTo>
                  <a:pt x="194221" y="25896"/>
                </a:lnTo>
                <a:lnTo>
                  <a:pt x="194277" y="26175"/>
                </a:lnTo>
                <a:lnTo>
                  <a:pt x="194444" y="26343"/>
                </a:lnTo>
                <a:lnTo>
                  <a:pt x="194611" y="26510"/>
                </a:lnTo>
                <a:lnTo>
                  <a:pt x="194890" y="26566"/>
                </a:lnTo>
                <a:lnTo>
                  <a:pt x="195058" y="26566"/>
                </a:lnTo>
                <a:lnTo>
                  <a:pt x="195169" y="26510"/>
                </a:lnTo>
                <a:lnTo>
                  <a:pt x="195337" y="26399"/>
                </a:lnTo>
                <a:lnTo>
                  <a:pt x="195449" y="26287"/>
                </a:lnTo>
                <a:lnTo>
                  <a:pt x="211410" y="32538"/>
                </a:lnTo>
                <a:lnTo>
                  <a:pt x="211410" y="32594"/>
                </a:lnTo>
                <a:lnTo>
                  <a:pt x="211466" y="32873"/>
                </a:lnTo>
                <a:lnTo>
                  <a:pt x="211634" y="33040"/>
                </a:lnTo>
                <a:lnTo>
                  <a:pt x="211801" y="33208"/>
                </a:lnTo>
                <a:lnTo>
                  <a:pt x="212080" y="33263"/>
                </a:lnTo>
                <a:lnTo>
                  <a:pt x="212359" y="33208"/>
                </a:lnTo>
                <a:lnTo>
                  <a:pt x="212527" y="33040"/>
                </a:lnTo>
                <a:lnTo>
                  <a:pt x="212694" y="32873"/>
                </a:lnTo>
                <a:lnTo>
                  <a:pt x="212750" y="32594"/>
                </a:lnTo>
                <a:lnTo>
                  <a:pt x="212750" y="32538"/>
                </a:lnTo>
                <a:lnTo>
                  <a:pt x="229214" y="22994"/>
                </a:lnTo>
                <a:lnTo>
                  <a:pt x="229437" y="23162"/>
                </a:lnTo>
                <a:lnTo>
                  <a:pt x="229716" y="23217"/>
                </a:lnTo>
                <a:lnTo>
                  <a:pt x="229995" y="23162"/>
                </a:lnTo>
                <a:lnTo>
                  <a:pt x="230163" y="22994"/>
                </a:lnTo>
                <a:lnTo>
                  <a:pt x="230330" y="22827"/>
                </a:lnTo>
                <a:lnTo>
                  <a:pt x="230386" y="22548"/>
                </a:lnTo>
                <a:lnTo>
                  <a:pt x="230386" y="22492"/>
                </a:lnTo>
                <a:lnTo>
                  <a:pt x="246180" y="16297"/>
                </a:lnTo>
                <a:lnTo>
                  <a:pt x="246404" y="16464"/>
                </a:lnTo>
                <a:lnTo>
                  <a:pt x="246683" y="16520"/>
                </a:lnTo>
                <a:lnTo>
                  <a:pt x="246962" y="16464"/>
                </a:lnTo>
                <a:lnTo>
                  <a:pt x="247129" y="16297"/>
                </a:lnTo>
                <a:lnTo>
                  <a:pt x="247297" y="16130"/>
                </a:lnTo>
                <a:lnTo>
                  <a:pt x="247352" y="15851"/>
                </a:lnTo>
                <a:lnTo>
                  <a:pt x="247297" y="15683"/>
                </a:lnTo>
                <a:lnTo>
                  <a:pt x="263761" y="1507"/>
                </a:lnTo>
                <a:lnTo>
                  <a:pt x="263872" y="1619"/>
                </a:lnTo>
                <a:lnTo>
                  <a:pt x="264040" y="1730"/>
                </a:lnTo>
                <a:lnTo>
                  <a:pt x="264151" y="1786"/>
                </a:lnTo>
                <a:lnTo>
                  <a:pt x="264319" y="1786"/>
                </a:lnTo>
                <a:lnTo>
                  <a:pt x="264542" y="1730"/>
                </a:lnTo>
                <a:lnTo>
                  <a:pt x="264765" y="1619"/>
                </a:lnTo>
                <a:lnTo>
                  <a:pt x="264877" y="1451"/>
                </a:lnTo>
                <a:lnTo>
                  <a:pt x="264988" y="1228"/>
                </a:lnTo>
                <a:lnTo>
                  <a:pt x="280839" y="3237"/>
                </a:lnTo>
                <a:lnTo>
                  <a:pt x="280839" y="3349"/>
                </a:lnTo>
                <a:lnTo>
                  <a:pt x="280894" y="3628"/>
                </a:lnTo>
                <a:lnTo>
                  <a:pt x="281062" y="3795"/>
                </a:lnTo>
                <a:lnTo>
                  <a:pt x="281229" y="3963"/>
                </a:lnTo>
                <a:lnTo>
                  <a:pt x="281508" y="4019"/>
                </a:lnTo>
                <a:lnTo>
                  <a:pt x="281787" y="3963"/>
                </a:lnTo>
                <a:lnTo>
                  <a:pt x="281955" y="3795"/>
                </a:lnTo>
                <a:lnTo>
                  <a:pt x="282122" y="3628"/>
                </a:lnTo>
                <a:lnTo>
                  <a:pt x="282178" y="3349"/>
                </a:lnTo>
                <a:lnTo>
                  <a:pt x="285750" y="3349"/>
                </a:lnTo>
                <a:lnTo>
                  <a:pt x="285750" y="3126"/>
                </a:lnTo>
                <a:lnTo>
                  <a:pt x="282122" y="3126"/>
                </a:lnTo>
                <a:lnTo>
                  <a:pt x="282067" y="2958"/>
                </a:lnTo>
                <a:lnTo>
                  <a:pt x="281899" y="2791"/>
                </a:lnTo>
                <a:lnTo>
                  <a:pt x="281732" y="2735"/>
                </a:lnTo>
                <a:lnTo>
                  <a:pt x="281508" y="2679"/>
                </a:lnTo>
                <a:lnTo>
                  <a:pt x="281341" y="2679"/>
                </a:lnTo>
                <a:lnTo>
                  <a:pt x="281174" y="2791"/>
                </a:lnTo>
                <a:lnTo>
                  <a:pt x="281006" y="2902"/>
                </a:lnTo>
                <a:lnTo>
                  <a:pt x="280894" y="3014"/>
                </a:lnTo>
                <a:lnTo>
                  <a:pt x="264988" y="1005"/>
                </a:lnTo>
                <a:lnTo>
                  <a:pt x="264877" y="782"/>
                </a:lnTo>
                <a:lnTo>
                  <a:pt x="264765" y="614"/>
                </a:lnTo>
                <a:lnTo>
                  <a:pt x="264542" y="503"/>
                </a:lnTo>
                <a:lnTo>
                  <a:pt x="264319" y="447"/>
                </a:lnTo>
                <a:lnTo>
                  <a:pt x="264040" y="503"/>
                </a:lnTo>
                <a:lnTo>
                  <a:pt x="263872" y="670"/>
                </a:lnTo>
                <a:lnTo>
                  <a:pt x="263705" y="838"/>
                </a:lnTo>
                <a:lnTo>
                  <a:pt x="263649" y="1117"/>
                </a:lnTo>
                <a:lnTo>
                  <a:pt x="263705" y="1284"/>
                </a:lnTo>
                <a:lnTo>
                  <a:pt x="247241" y="15460"/>
                </a:lnTo>
                <a:lnTo>
                  <a:pt x="247129" y="15348"/>
                </a:lnTo>
                <a:lnTo>
                  <a:pt x="246962" y="15237"/>
                </a:lnTo>
                <a:lnTo>
                  <a:pt x="246850" y="15181"/>
                </a:lnTo>
                <a:lnTo>
                  <a:pt x="246683" y="15181"/>
                </a:lnTo>
                <a:lnTo>
                  <a:pt x="246404" y="15237"/>
                </a:lnTo>
                <a:lnTo>
                  <a:pt x="246236" y="15404"/>
                </a:lnTo>
                <a:lnTo>
                  <a:pt x="246069" y="15571"/>
                </a:lnTo>
                <a:lnTo>
                  <a:pt x="246013" y="15851"/>
                </a:lnTo>
                <a:lnTo>
                  <a:pt x="246069" y="16130"/>
                </a:lnTo>
                <a:lnTo>
                  <a:pt x="230330" y="22269"/>
                </a:lnTo>
                <a:lnTo>
                  <a:pt x="230219" y="22101"/>
                </a:lnTo>
                <a:lnTo>
                  <a:pt x="230051" y="21990"/>
                </a:lnTo>
                <a:lnTo>
                  <a:pt x="229884" y="21934"/>
                </a:lnTo>
                <a:lnTo>
                  <a:pt x="229716" y="21878"/>
                </a:lnTo>
                <a:lnTo>
                  <a:pt x="229437" y="21934"/>
                </a:lnTo>
                <a:lnTo>
                  <a:pt x="229270" y="22101"/>
                </a:lnTo>
                <a:lnTo>
                  <a:pt x="229102" y="22269"/>
                </a:lnTo>
                <a:lnTo>
                  <a:pt x="229046" y="22548"/>
                </a:lnTo>
                <a:lnTo>
                  <a:pt x="229102" y="22827"/>
                </a:lnTo>
                <a:lnTo>
                  <a:pt x="212694" y="32315"/>
                </a:lnTo>
                <a:lnTo>
                  <a:pt x="212582" y="32147"/>
                </a:lnTo>
                <a:lnTo>
                  <a:pt x="212415" y="32036"/>
                </a:lnTo>
                <a:lnTo>
                  <a:pt x="212248" y="31924"/>
                </a:lnTo>
                <a:lnTo>
                  <a:pt x="212080" y="31924"/>
                </a:lnTo>
                <a:lnTo>
                  <a:pt x="211913" y="31980"/>
                </a:lnTo>
                <a:lnTo>
                  <a:pt x="211745" y="32036"/>
                </a:lnTo>
                <a:lnTo>
                  <a:pt x="211578" y="32147"/>
                </a:lnTo>
                <a:lnTo>
                  <a:pt x="211466" y="32315"/>
                </a:lnTo>
                <a:lnTo>
                  <a:pt x="195504" y="26120"/>
                </a:lnTo>
                <a:lnTo>
                  <a:pt x="195560" y="25896"/>
                </a:lnTo>
                <a:lnTo>
                  <a:pt x="195504" y="25617"/>
                </a:lnTo>
                <a:lnTo>
                  <a:pt x="195337" y="25450"/>
                </a:lnTo>
                <a:lnTo>
                  <a:pt x="195169" y="25282"/>
                </a:lnTo>
                <a:lnTo>
                  <a:pt x="194890" y="25227"/>
                </a:lnTo>
                <a:lnTo>
                  <a:pt x="194723" y="25227"/>
                </a:lnTo>
                <a:lnTo>
                  <a:pt x="194556" y="25338"/>
                </a:lnTo>
                <a:lnTo>
                  <a:pt x="178203" y="7144"/>
                </a:lnTo>
                <a:lnTo>
                  <a:pt x="178315" y="6921"/>
                </a:lnTo>
                <a:lnTo>
                  <a:pt x="178371" y="6698"/>
                </a:lnTo>
                <a:lnTo>
                  <a:pt x="178315" y="6419"/>
                </a:lnTo>
                <a:lnTo>
                  <a:pt x="178147" y="6251"/>
                </a:lnTo>
                <a:lnTo>
                  <a:pt x="177980" y="6084"/>
                </a:lnTo>
                <a:lnTo>
                  <a:pt x="177701" y="6028"/>
                </a:lnTo>
                <a:lnTo>
                  <a:pt x="177533" y="6028"/>
                </a:lnTo>
                <a:lnTo>
                  <a:pt x="177366" y="6084"/>
                </a:lnTo>
                <a:lnTo>
                  <a:pt x="177254" y="6195"/>
                </a:lnTo>
                <a:lnTo>
                  <a:pt x="177143" y="6307"/>
                </a:lnTo>
                <a:lnTo>
                  <a:pt x="160958" y="726"/>
                </a:lnTo>
                <a:lnTo>
                  <a:pt x="160958" y="670"/>
                </a:lnTo>
                <a:lnTo>
                  <a:pt x="160902" y="391"/>
                </a:lnTo>
                <a:lnTo>
                  <a:pt x="160734" y="224"/>
                </a:lnTo>
                <a:lnTo>
                  <a:pt x="160567" y="56"/>
                </a:lnTo>
                <a:lnTo>
                  <a:pt x="160288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5"/>
          <p:cNvSpPr txBox="1">
            <a:spLocks noGrp="1"/>
          </p:cNvSpPr>
          <p:nvPr>
            <p:ph type="title"/>
          </p:nvPr>
        </p:nvSpPr>
        <p:spPr>
          <a:xfrm>
            <a:off x="739675" y="401250"/>
            <a:ext cx="76860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9" name="Google Shape;329;p5"/>
          <p:cNvSpPr txBox="1">
            <a:spLocks noGrp="1"/>
          </p:cNvSpPr>
          <p:nvPr>
            <p:ph type="body" idx="1"/>
          </p:nvPr>
        </p:nvSpPr>
        <p:spPr>
          <a:xfrm>
            <a:off x="739680" y="1152528"/>
            <a:ext cx="7686000" cy="30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▫"/>
              <a:defRPr>
                <a:solidFill>
                  <a:schemeClr val="lt1"/>
                </a:solidFill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>
                <a:solidFill>
                  <a:schemeClr val="lt1"/>
                </a:solidFill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>
                <a:solidFill>
                  <a:schemeClr val="lt1"/>
                </a:solidFill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>
                <a:solidFill>
                  <a:schemeClr val="lt1"/>
                </a:solidFill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>
                <a:solidFill>
                  <a:schemeClr val="lt1"/>
                </a:solidFill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-"/>
              <a:defRPr>
                <a:solidFill>
                  <a:schemeClr val="lt1"/>
                </a:solidFill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_AND_BODY_1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"/>
          <p:cNvSpPr/>
          <p:nvPr/>
        </p:nvSpPr>
        <p:spPr>
          <a:xfrm>
            <a:off x="4985150" y="150"/>
            <a:ext cx="4158900" cy="5143500"/>
          </a:xfrm>
          <a:prstGeom prst="rect">
            <a:avLst/>
          </a:prstGeom>
          <a:solidFill>
            <a:srgbClr val="00041C">
              <a:alpha val="18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6"/>
          <p:cNvSpPr txBox="1">
            <a:spLocks noGrp="1"/>
          </p:cNvSpPr>
          <p:nvPr>
            <p:ph type="sldNum" idx="12"/>
          </p:nvPr>
        </p:nvSpPr>
        <p:spPr>
          <a:xfrm>
            <a:off x="8586575" y="-11875"/>
            <a:ext cx="557400" cy="54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6"/>
          <p:cNvSpPr txBox="1">
            <a:spLocks noGrp="1"/>
          </p:cNvSpPr>
          <p:nvPr>
            <p:ph type="title"/>
          </p:nvPr>
        </p:nvSpPr>
        <p:spPr>
          <a:xfrm>
            <a:off x="452724" y="620920"/>
            <a:ext cx="39852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4" name="Google Shape;334;p6"/>
          <p:cNvSpPr txBox="1">
            <a:spLocks noGrp="1"/>
          </p:cNvSpPr>
          <p:nvPr>
            <p:ph type="body" idx="1"/>
          </p:nvPr>
        </p:nvSpPr>
        <p:spPr>
          <a:xfrm>
            <a:off x="452727" y="1412678"/>
            <a:ext cx="3985200" cy="30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▫"/>
              <a:defRPr>
                <a:solidFill>
                  <a:schemeClr val="lt1"/>
                </a:solidFill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-"/>
              <a:defRPr>
                <a:solidFill>
                  <a:schemeClr val="lt1"/>
                </a:solidFill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-"/>
              <a:defRPr>
                <a:solidFill>
                  <a:schemeClr val="lt1"/>
                </a:solidFill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-"/>
              <a:defRPr>
                <a:solidFill>
                  <a:schemeClr val="lt1"/>
                </a:solidFill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-"/>
              <a:defRPr>
                <a:solidFill>
                  <a:schemeClr val="lt1"/>
                </a:solidFill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-"/>
              <a:defRPr>
                <a:solidFill>
                  <a:schemeClr val="lt1"/>
                </a:solidFill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"/>
          <p:cNvSpPr/>
          <p:nvPr/>
        </p:nvSpPr>
        <p:spPr>
          <a:xfrm>
            <a:off x="-25" y="0"/>
            <a:ext cx="9144000" cy="1088700"/>
          </a:xfrm>
          <a:prstGeom prst="rect">
            <a:avLst/>
          </a:prstGeom>
          <a:solidFill>
            <a:srgbClr val="00041C">
              <a:alpha val="18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7" name="Google Shape;337;p7"/>
          <p:cNvGrpSpPr/>
          <p:nvPr/>
        </p:nvGrpSpPr>
        <p:grpSpPr>
          <a:xfrm>
            <a:off x="28550" y="3850565"/>
            <a:ext cx="9094048" cy="1293104"/>
            <a:chOff x="28544" y="3514688"/>
            <a:chExt cx="9094048" cy="1628800"/>
          </a:xfrm>
        </p:grpSpPr>
        <p:sp>
          <p:nvSpPr>
            <p:cNvPr id="338" name="Google Shape;338;p7"/>
            <p:cNvSpPr/>
            <p:nvPr/>
          </p:nvSpPr>
          <p:spPr>
            <a:xfrm>
              <a:off x="300032" y="4491616"/>
              <a:ext cx="228608" cy="651872"/>
            </a:xfrm>
            <a:custGeom>
              <a:avLst/>
              <a:gdLst/>
              <a:ahLst/>
              <a:cxnLst/>
              <a:rect l="l" t="t" r="r" b="b"/>
              <a:pathLst>
                <a:path w="7144" h="20371" extrusionOk="0">
                  <a:moveTo>
                    <a:pt x="0" y="0"/>
                  </a:moveTo>
                  <a:lnTo>
                    <a:pt x="0" y="20371"/>
                  </a:lnTo>
                  <a:lnTo>
                    <a:pt x="7144" y="20371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28544" y="4220160"/>
              <a:ext cx="228640" cy="923328"/>
            </a:xfrm>
            <a:custGeom>
              <a:avLst/>
              <a:gdLst/>
              <a:ahLst/>
              <a:cxnLst/>
              <a:rect l="l" t="t" r="r" b="b"/>
              <a:pathLst>
                <a:path w="7145" h="28854" extrusionOk="0">
                  <a:moveTo>
                    <a:pt x="1" y="0"/>
                  </a:moveTo>
                  <a:lnTo>
                    <a:pt x="1" y="28854"/>
                  </a:lnTo>
                  <a:lnTo>
                    <a:pt x="7145" y="28854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576832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853664" y="4120128"/>
              <a:ext cx="230400" cy="1023360"/>
            </a:xfrm>
            <a:custGeom>
              <a:avLst/>
              <a:gdLst/>
              <a:ahLst/>
              <a:cxnLst/>
              <a:rect l="l" t="t" r="r" b="b"/>
              <a:pathLst>
                <a:path w="7200" h="31980" extrusionOk="0">
                  <a:moveTo>
                    <a:pt x="0" y="1"/>
                  </a:moveTo>
                  <a:lnTo>
                    <a:pt x="0" y="31980"/>
                  </a:lnTo>
                  <a:lnTo>
                    <a:pt x="7200" y="3198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1130496" y="4627328"/>
              <a:ext cx="230400" cy="516160"/>
            </a:xfrm>
            <a:custGeom>
              <a:avLst/>
              <a:gdLst/>
              <a:ahLst/>
              <a:cxnLst/>
              <a:rect l="l" t="t" r="r" b="b"/>
              <a:pathLst>
                <a:path w="7200" h="16130" extrusionOk="0">
                  <a:moveTo>
                    <a:pt x="0" y="1"/>
                  </a:moveTo>
                  <a:lnTo>
                    <a:pt x="0" y="16130"/>
                  </a:lnTo>
                  <a:lnTo>
                    <a:pt x="7200" y="1613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409088" y="3821888"/>
              <a:ext cx="228640" cy="1321600"/>
            </a:xfrm>
            <a:custGeom>
              <a:avLst/>
              <a:gdLst/>
              <a:ahLst/>
              <a:cxnLst/>
              <a:rect l="l" t="t" r="r" b="b"/>
              <a:pathLst>
                <a:path w="7145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144" y="41300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1685920" y="4175488"/>
              <a:ext cx="230400" cy="968000"/>
            </a:xfrm>
            <a:custGeom>
              <a:avLst/>
              <a:gdLst/>
              <a:ahLst/>
              <a:cxnLst/>
              <a:rect l="l" t="t" r="r" b="b"/>
              <a:pathLst>
                <a:path w="7200" h="30250" extrusionOk="0">
                  <a:moveTo>
                    <a:pt x="0" y="1"/>
                  </a:moveTo>
                  <a:lnTo>
                    <a:pt x="0" y="30250"/>
                  </a:lnTo>
                  <a:lnTo>
                    <a:pt x="7200" y="3025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962720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2239552" y="4355872"/>
              <a:ext cx="230400" cy="787616"/>
            </a:xfrm>
            <a:custGeom>
              <a:avLst/>
              <a:gdLst/>
              <a:ahLst/>
              <a:cxnLst/>
              <a:rect l="l" t="t" r="r" b="b"/>
              <a:pathLst>
                <a:path w="7200" h="24613" extrusionOk="0">
                  <a:moveTo>
                    <a:pt x="0" y="1"/>
                  </a:moveTo>
                  <a:lnTo>
                    <a:pt x="0" y="24613"/>
                  </a:lnTo>
                  <a:lnTo>
                    <a:pt x="7200" y="24613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2516384" y="3821888"/>
              <a:ext cx="230400" cy="1321600"/>
            </a:xfrm>
            <a:custGeom>
              <a:avLst/>
              <a:gdLst/>
              <a:ahLst/>
              <a:cxnLst/>
              <a:rect l="l" t="t" r="r" b="b"/>
              <a:pathLst>
                <a:path w="7200" h="41300" extrusionOk="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794976" y="4175488"/>
              <a:ext cx="228640" cy="968000"/>
            </a:xfrm>
            <a:custGeom>
              <a:avLst/>
              <a:gdLst/>
              <a:ahLst/>
              <a:cxnLst/>
              <a:rect l="l" t="t" r="r" b="b"/>
              <a:pathLst>
                <a:path w="7145" h="30250" extrusionOk="0">
                  <a:moveTo>
                    <a:pt x="1" y="1"/>
                  </a:moveTo>
                  <a:lnTo>
                    <a:pt x="1" y="30250"/>
                  </a:lnTo>
                  <a:lnTo>
                    <a:pt x="7144" y="3025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3071808" y="3659360"/>
              <a:ext cx="230400" cy="1484128"/>
            </a:xfrm>
            <a:custGeom>
              <a:avLst/>
              <a:gdLst/>
              <a:ahLst/>
              <a:cxnLst/>
              <a:rect l="l" t="t" r="r" b="b"/>
              <a:pathLst>
                <a:path w="7200" h="46379" extrusionOk="0">
                  <a:moveTo>
                    <a:pt x="0" y="1"/>
                  </a:moveTo>
                  <a:lnTo>
                    <a:pt x="0" y="46379"/>
                  </a:lnTo>
                  <a:lnTo>
                    <a:pt x="7200" y="46379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3348608" y="3821888"/>
              <a:ext cx="230432" cy="1321600"/>
            </a:xfrm>
            <a:custGeom>
              <a:avLst/>
              <a:gdLst/>
              <a:ahLst/>
              <a:cxnLst/>
              <a:rect l="l" t="t" r="r" b="b"/>
              <a:pathLst>
                <a:path w="7201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3625440" y="4220160"/>
              <a:ext cx="230400" cy="923328"/>
            </a:xfrm>
            <a:custGeom>
              <a:avLst/>
              <a:gdLst/>
              <a:ahLst/>
              <a:cxnLst/>
              <a:rect l="l" t="t" r="r" b="b"/>
              <a:pathLst>
                <a:path w="7200" h="28854" extrusionOk="0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3904032" y="4491616"/>
              <a:ext cx="228640" cy="651872"/>
            </a:xfrm>
            <a:custGeom>
              <a:avLst/>
              <a:gdLst/>
              <a:ahLst/>
              <a:cxnLst/>
              <a:rect l="l" t="t" r="r" b="b"/>
              <a:pathLst>
                <a:path w="7145" h="20371" extrusionOk="0">
                  <a:moveTo>
                    <a:pt x="1" y="0"/>
                  </a:moveTo>
                  <a:lnTo>
                    <a:pt x="1" y="20371"/>
                  </a:lnTo>
                  <a:lnTo>
                    <a:pt x="7145" y="20371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4180864" y="4284448"/>
              <a:ext cx="230432" cy="859040"/>
            </a:xfrm>
            <a:custGeom>
              <a:avLst/>
              <a:gdLst/>
              <a:ahLst/>
              <a:cxnLst/>
              <a:rect l="l" t="t" r="r" b="b"/>
              <a:pathLst>
                <a:path w="7201" h="26845" extrusionOk="0">
                  <a:moveTo>
                    <a:pt x="0" y="0"/>
                  </a:moveTo>
                  <a:lnTo>
                    <a:pt x="0" y="26845"/>
                  </a:lnTo>
                  <a:lnTo>
                    <a:pt x="7200" y="26845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4457696" y="4004032"/>
              <a:ext cx="230400" cy="1139456"/>
            </a:xfrm>
            <a:custGeom>
              <a:avLst/>
              <a:gdLst/>
              <a:ahLst/>
              <a:cxnLst/>
              <a:rect l="l" t="t" r="r" b="b"/>
              <a:pathLst>
                <a:path w="7200" h="35608" extrusionOk="0">
                  <a:moveTo>
                    <a:pt x="0" y="1"/>
                  </a:moveTo>
                  <a:lnTo>
                    <a:pt x="0" y="35608"/>
                  </a:lnTo>
                  <a:lnTo>
                    <a:pt x="7200" y="35608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4734496" y="3821888"/>
              <a:ext cx="230432" cy="1321600"/>
            </a:xfrm>
            <a:custGeom>
              <a:avLst/>
              <a:gdLst/>
              <a:ahLst/>
              <a:cxnLst/>
              <a:rect l="l" t="t" r="r" b="b"/>
              <a:pathLst>
                <a:path w="7201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5011328" y="3514688"/>
              <a:ext cx="230400" cy="1628800"/>
            </a:xfrm>
            <a:custGeom>
              <a:avLst/>
              <a:gdLst/>
              <a:ahLst/>
              <a:cxnLst/>
              <a:rect l="l" t="t" r="r" b="b"/>
              <a:pathLst>
                <a:path w="7200" h="50900" extrusionOk="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5289920" y="3939744"/>
              <a:ext cx="228640" cy="1203744"/>
            </a:xfrm>
            <a:custGeom>
              <a:avLst/>
              <a:gdLst/>
              <a:ahLst/>
              <a:cxnLst/>
              <a:rect l="l" t="t" r="r" b="b"/>
              <a:pathLst>
                <a:path w="7145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145" y="37617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5566752" y="3704000"/>
              <a:ext cx="230432" cy="1439488"/>
            </a:xfrm>
            <a:custGeom>
              <a:avLst/>
              <a:gdLst/>
              <a:ahLst/>
              <a:cxnLst/>
              <a:rect l="l" t="t" r="r" b="b"/>
              <a:pathLst>
                <a:path w="7201" h="44984" extrusionOk="0">
                  <a:moveTo>
                    <a:pt x="0" y="1"/>
                  </a:moveTo>
                  <a:lnTo>
                    <a:pt x="0" y="44984"/>
                  </a:lnTo>
                  <a:lnTo>
                    <a:pt x="7200" y="44984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5843584" y="3821888"/>
              <a:ext cx="230400" cy="1321600"/>
            </a:xfrm>
            <a:custGeom>
              <a:avLst/>
              <a:gdLst/>
              <a:ahLst/>
              <a:cxnLst/>
              <a:rect l="l" t="t" r="r" b="b"/>
              <a:pathLst>
                <a:path w="7200" h="41300" extrusionOk="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6120384" y="4329088"/>
              <a:ext cx="230432" cy="814400"/>
            </a:xfrm>
            <a:custGeom>
              <a:avLst/>
              <a:gdLst/>
              <a:ahLst/>
              <a:cxnLst/>
              <a:rect l="l" t="t" r="r" b="b"/>
              <a:pathLst>
                <a:path w="7201" h="25450" extrusionOk="0">
                  <a:moveTo>
                    <a:pt x="1" y="0"/>
                  </a:moveTo>
                  <a:lnTo>
                    <a:pt x="1" y="25450"/>
                  </a:lnTo>
                  <a:lnTo>
                    <a:pt x="7200" y="2545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6399008" y="4120128"/>
              <a:ext cx="228608" cy="1023360"/>
            </a:xfrm>
            <a:custGeom>
              <a:avLst/>
              <a:gdLst/>
              <a:ahLst/>
              <a:cxnLst/>
              <a:rect l="l" t="t" r="r" b="b"/>
              <a:pathLst>
                <a:path w="7144" h="31980" extrusionOk="0">
                  <a:moveTo>
                    <a:pt x="0" y="1"/>
                  </a:moveTo>
                  <a:lnTo>
                    <a:pt x="0" y="31980"/>
                  </a:lnTo>
                  <a:lnTo>
                    <a:pt x="7144" y="3198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6675808" y="4538048"/>
              <a:ext cx="230432" cy="605440"/>
            </a:xfrm>
            <a:custGeom>
              <a:avLst/>
              <a:gdLst/>
              <a:ahLst/>
              <a:cxnLst/>
              <a:rect l="l" t="t" r="r" b="b"/>
              <a:pathLst>
                <a:path w="7201" h="18920" extrusionOk="0">
                  <a:moveTo>
                    <a:pt x="1" y="0"/>
                  </a:moveTo>
                  <a:lnTo>
                    <a:pt x="1" y="18920"/>
                  </a:lnTo>
                  <a:lnTo>
                    <a:pt x="7200" y="1892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6952640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7229472" y="4220160"/>
              <a:ext cx="230400" cy="923328"/>
            </a:xfrm>
            <a:custGeom>
              <a:avLst/>
              <a:gdLst/>
              <a:ahLst/>
              <a:cxnLst/>
              <a:rect l="l" t="t" r="r" b="b"/>
              <a:pathLst>
                <a:path w="7200" h="28854" extrusionOk="0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7506272" y="3768288"/>
              <a:ext cx="230432" cy="1375200"/>
            </a:xfrm>
            <a:custGeom>
              <a:avLst/>
              <a:gdLst/>
              <a:ahLst/>
              <a:cxnLst/>
              <a:rect l="l" t="t" r="r" b="b"/>
              <a:pathLst>
                <a:path w="7201" h="42975" extrusionOk="0">
                  <a:moveTo>
                    <a:pt x="1" y="1"/>
                  </a:moveTo>
                  <a:lnTo>
                    <a:pt x="1" y="42975"/>
                  </a:lnTo>
                  <a:lnTo>
                    <a:pt x="7200" y="42975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7784896" y="4004032"/>
              <a:ext cx="228608" cy="1139456"/>
            </a:xfrm>
            <a:custGeom>
              <a:avLst/>
              <a:gdLst/>
              <a:ahLst/>
              <a:cxnLst/>
              <a:rect l="l" t="t" r="r" b="b"/>
              <a:pathLst>
                <a:path w="7144" h="35608" extrusionOk="0">
                  <a:moveTo>
                    <a:pt x="0" y="1"/>
                  </a:moveTo>
                  <a:lnTo>
                    <a:pt x="0" y="35608"/>
                  </a:lnTo>
                  <a:lnTo>
                    <a:pt x="7144" y="3560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8061696" y="3596864"/>
              <a:ext cx="230432" cy="1546624"/>
            </a:xfrm>
            <a:custGeom>
              <a:avLst/>
              <a:gdLst/>
              <a:ahLst/>
              <a:cxnLst/>
              <a:rect l="l" t="t" r="r" b="b"/>
              <a:pathLst>
                <a:path w="7201" h="48332" extrusionOk="0">
                  <a:moveTo>
                    <a:pt x="1" y="0"/>
                  </a:moveTo>
                  <a:lnTo>
                    <a:pt x="1" y="48332"/>
                  </a:lnTo>
                  <a:lnTo>
                    <a:pt x="7200" y="48332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8338528" y="3514688"/>
              <a:ext cx="230400" cy="1628800"/>
            </a:xfrm>
            <a:custGeom>
              <a:avLst/>
              <a:gdLst/>
              <a:ahLst/>
              <a:cxnLst/>
              <a:rect l="l" t="t" r="r" b="b"/>
              <a:pathLst>
                <a:path w="7200" h="50900" extrusionOk="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8615360" y="3939744"/>
              <a:ext cx="230400" cy="1203744"/>
            </a:xfrm>
            <a:custGeom>
              <a:avLst/>
              <a:gdLst/>
              <a:ahLst/>
              <a:cxnLst/>
              <a:rect l="l" t="t" r="r" b="b"/>
              <a:pathLst>
                <a:path w="7200" h="37617" extrusionOk="0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8893952" y="3596864"/>
              <a:ext cx="228640" cy="1546624"/>
            </a:xfrm>
            <a:custGeom>
              <a:avLst/>
              <a:gdLst/>
              <a:ahLst/>
              <a:cxnLst/>
              <a:rect l="l" t="t" r="r" b="b"/>
              <a:pathLst>
                <a:path w="7145" h="48332" extrusionOk="0">
                  <a:moveTo>
                    <a:pt x="1" y="0"/>
                  </a:moveTo>
                  <a:lnTo>
                    <a:pt x="1" y="48332"/>
                  </a:lnTo>
                  <a:lnTo>
                    <a:pt x="7144" y="48332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1" name="Google Shape;371;p7"/>
          <p:cNvGrpSpPr/>
          <p:nvPr/>
        </p:nvGrpSpPr>
        <p:grpSpPr>
          <a:xfrm>
            <a:off x="28550" y="4360998"/>
            <a:ext cx="9094048" cy="782671"/>
            <a:chOff x="28544" y="4157632"/>
            <a:chExt cx="9094048" cy="985856"/>
          </a:xfrm>
        </p:grpSpPr>
        <p:sp>
          <p:nvSpPr>
            <p:cNvPr id="372" name="Google Shape;372;p7"/>
            <p:cNvSpPr/>
            <p:nvPr/>
          </p:nvSpPr>
          <p:spPr>
            <a:xfrm>
              <a:off x="435744" y="4782720"/>
              <a:ext cx="92896" cy="360768"/>
            </a:xfrm>
            <a:custGeom>
              <a:avLst/>
              <a:gdLst/>
              <a:ahLst/>
              <a:cxnLst/>
              <a:rect l="l" t="t" r="r" b="b"/>
              <a:pathLst>
                <a:path w="2903" h="11274" extrusionOk="0">
                  <a:moveTo>
                    <a:pt x="1" y="0"/>
                  </a:moveTo>
                  <a:lnTo>
                    <a:pt x="1" y="11274"/>
                  </a:lnTo>
                  <a:lnTo>
                    <a:pt x="2903" y="11274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300032" y="4638048"/>
              <a:ext cx="92896" cy="505440"/>
            </a:xfrm>
            <a:custGeom>
              <a:avLst/>
              <a:gdLst/>
              <a:ahLst/>
              <a:cxnLst/>
              <a:rect l="l" t="t" r="r" b="b"/>
              <a:pathLst>
                <a:path w="2903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02" y="15795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7"/>
            <p:cNvSpPr/>
            <p:nvPr/>
          </p:nvSpPr>
          <p:spPr>
            <a:xfrm>
              <a:off x="164288" y="4571968"/>
              <a:ext cx="92896" cy="571520"/>
            </a:xfrm>
            <a:custGeom>
              <a:avLst/>
              <a:gdLst/>
              <a:ahLst/>
              <a:cxnLst/>
              <a:rect l="l" t="t" r="r" b="b"/>
              <a:pathLst>
                <a:path w="2903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03" y="17860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28544" y="4739840"/>
              <a:ext cx="92928" cy="403648"/>
            </a:xfrm>
            <a:custGeom>
              <a:avLst/>
              <a:gdLst/>
              <a:ahLst/>
              <a:cxnLst/>
              <a:rect l="l" t="t" r="r" b="b"/>
              <a:pathLst>
                <a:path w="2904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03" y="12614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712576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576832" y="4752352"/>
              <a:ext cx="94688" cy="391136"/>
            </a:xfrm>
            <a:custGeom>
              <a:avLst/>
              <a:gdLst/>
              <a:ahLst/>
              <a:cxnLst/>
              <a:rect l="l" t="t" r="r" b="b"/>
              <a:pathLst>
                <a:path w="2959" h="12223" extrusionOk="0">
                  <a:moveTo>
                    <a:pt x="1" y="1"/>
                  </a:moveTo>
                  <a:lnTo>
                    <a:pt x="1" y="12223"/>
                  </a:lnTo>
                  <a:lnTo>
                    <a:pt x="2959" y="12223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989408" y="4386240"/>
              <a:ext cx="94656" cy="757248"/>
            </a:xfrm>
            <a:custGeom>
              <a:avLst/>
              <a:gdLst/>
              <a:ahLst/>
              <a:cxnLst/>
              <a:rect l="l" t="t" r="r" b="b"/>
              <a:pathLst>
                <a:path w="2958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853664" y="4500544"/>
              <a:ext cx="94688" cy="642944"/>
            </a:xfrm>
            <a:custGeom>
              <a:avLst/>
              <a:gdLst/>
              <a:ahLst/>
              <a:cxnLst/>
              <a:rect l="l" t="t" r="r" b="b"/>
              <a:pathLst>
                <a:path w="2959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2958" y="2009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1266208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1130496" y="4518400"/>
              <a:ext cx="94688" cy="625088"/>
            </a:xfrm>
            <a:custGeom>
              <a:avLst/>
              <a:gdLst/>
              <a:ahLst/>
              <a:cxnLst/>
              <a:rect l="l" t="t" r="r" b="b"/>
              <a:pathLst>
                <a:path w="2959" h="19534" extrusionOk="0">
                  <a:moveTo>
                    <a:pt x="0" y="0"/>
                  </a:moveTo>
                  <a:lnTo>
                    <a:pt x="0" y="19534"/>
                  </a:lnTo>
                  <a:lnTo>
                    <a:pt x="2958" y="1953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1543040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1407296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1821632" y="4457664"/>
              <a:ext cx="92896" cy="685824"/>
            </a:xfrm>
            <a:custGeom>
              <a:avLst/>
              <a:gdLst/>
              <a:ahLst/>
              <a:cxnLst/>
              <a:rect l="l" t="t" r="r" b="b"/>
              <a:pathLst>
                <a:path w="2903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03" y="21432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1685920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2098464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1962720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2375296" y="4711264"/>
              <a:ext cx="94656" cy="432224"/>
            </a:xfrm>
            <a:custGeom>
              <a:avLst/>
              <a:gdLst/>
              <a:ahLst/>
              <a:cxnLst/>
              <a:rect l="l" t="t" r="r" b="b"/>
              <a:pathLst>
                <a:path w="2958" h="13507" extrusionOk="0">
                  <a:moveTo>
                    <a:pt x="0" y="1"/>
                  </a:moveTo>
                  <a:lnTo>
                    <a:pt x="0" y="13507"/>
                  </a:lnTo>
                  <a:lnTo>
                    <a:pt x="2958" y="1350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2239552" y="4536256"/>
              <a:ext cx="94688" cy="607232"/>
            </a:xfrm>
            <a:custGeom>
              <a:avLst/>
              <a:gdLst/>
              <a:ahLst/>
              <a:cxnLst/>
              <a:rect l="l" t="t" r="r" b="b"/>
              <a:pathLst>
                <a:path w="2959" h="18976" extrusionOk="0">
                  <a:moveTo>
                    <a:pt x="0" y="0"/>
                  </a:moveTo>
                  <a:lnTo>
                    <a:pt x="0" y="18976"/>
                  </a:lnTo>
                  <a:lnTo>
                    <a:pt x="2958" y="18976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2652096" y="4704128"/>
              <a:ext cx="94688" cy="439360"/>
            </a:xfrm>
            <a:custGeom>
              <a:avLst/>
              <a:gdLst/>
              <a:ahLst/>
              <a:cxnLst/>
              <a:rect l="l" t="t" r="r" b="b"/>
              <a:pathLst>
                <a:path w="2959" h="13730" extrusionOk="0">
                  <a:moveTo>
                    <a:pt x="1" y="1"/>
                  </a:moveTo>
                  <a:lnTo>
                    <a:pt x="1" y="13730"/>
                  </a:lnTo>
                  <a:lnTo>
                    <a:pt x="2959" y="1373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2516384" y="4764864"/>
              <a:ext cx="94688" cy="378624"/>
            </a:xfrm>
            <a:custGeom>
              <a:avLst/>
              <a:gdLst/>
              <a:ahLst/>
              <a:cxnLst/>
              <a:rect l="l" t="t" r="r" b="b"/>
              <a:pathLst>
                <a:path w="2959" h="11832" extrusionOk="0">
                  <a:moveTo>
                    <a:pt x="0" y="0"/>
                  </a:moveTo>
                  <a:lnTo>
                    <a:pt x="0" y="11832"/>
                  </a:lnTo>
                  <a:lnTo>
                    <a:pt x="2958" y="1183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7"/>
            <p:cNvSpPr/>
            <p:nvPr/>
          </p:nvSpPr>
          <p:spPr>
            <a:xfrm>
              <a:off x="2930720" y="4421952"/>
              <a:ext cx="92896" cy="721536"/>
            </a:xfrm>
            <a:custGeom>
              <a:avLst/>
              <a:gdLst/>
              <a:ahLst/>
              <a:cxnLst/>
              <a:rect l="l" t="t" r="r" b="b"/>
              <a:pathLst>
                <a:path w="2903" h="22548" extrusionOk="0">
                  <a:moveTo>
                    <a:pt x="0" y="1"/>
                  </a:moveTo>
                  <a:lnTo>
                    <a:pt x="0" y="22548"/>
                  </a:lnTo>
                  <a:lnTo>
                    <a:pt x="2902" y="22548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7"/>
            <p:cNvSpPr/>
            <p:nvPr/>
          </p:nvSpPr>
          <p:spPr>
            <a:xfrm>
              <a:off x="2794976" y="4638048"/>
              <a:ext cx="92896" cy="505440"/>
            </a:xfrm>
            <a:custGeom>
              <a:avLst/>
              <a:gdLst/>
              <a:ahLst/>
              <a:cxnLst/>
              <a:rect l="l" t="t" r="r" b="b"/>
              <a:pathLst>
                <a:path w="2903" h="15795" extrusionOk="0">
                  <a:moveTo>
                    <a:pt x="1" y="1"/>
                  </a:moveTo>
                  <a:lnTo>
                    <a:pt x="1" y="15795"/>
                  </a:lnTo>
                  <a:lnTo>
                    <a:pt x="2903" y="1579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7"/>
            <p:cNvSpPr/>
            <p:nvPr/>
          </p:nvSpPr>
          <p:spPr>
            <a:xfrm>
              <a:off x="3207520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1" y="0"/>
                  </a:moveTo>
                  <a:lnTo>
                    <a:pt x="1" y="23664"/>
                  </a:lnTo>
                  <a:lnTo>
                    <a:pt x="2959" y="2366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7"/>
            <p:cNvSpPr/>
            <p:nvPr/>
          </p:nvSpPr>
          <p:spPr>
            <a:xfrm>
              <a:off x="3071808" y="4314784"/>
              <a:ext cx="94688" cy="828704"/>
            </a:xfrm>
            <a:custGeom>
              <a:avLst/>
              <a:gdLst/>
              <a:ahLst/>
              <a:cxnLst/>
              <a:rect l="l" t="t" r="r" b="b"/>
              <a:pathLst>
                <a:path w="2959" h="25897" extrusionOk="0">
                  <a:moveTo>
                    <a:pt x="0" y="1"/>
                  </a:moveTo>
                  <a:lnTo>
                    <a:pt x="0" y="25897"/>
                  </a:lnTo>
                  <a:lnTo>
                    <a:pt x="2958" y="2589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7"/>
            <p:cNvSpPr/>
            <p:nvPr/>
          </p:nvSpPr>
          <p:spPr>
            <a:xfrm>
              <a:off x="3484352" y="4530912"/>
              <a:ext cx="94688" cy="612576"/>
            </a:xfrm>
            <a:custGeom>
              <a:avLst/>
              <a:gdLst/>
              <a:ahLst/>
              <a:cxnLst/>
              <a:rect l="l" t="t" r="r" b="b"/>
              <a:pathLst>
                <a:path w="2959" h="19143" extrusionOk="0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7"/>
            <p:cNvSpPr/>
            <p:nvPr/>
          </p:nvSpPr>
          <p:spPr>
            <a:xfrm>
              <a:off x="3348608" y="4314784"/>
              <a:ext cx="94688" cy="828704"/>
            </a:xfrm>
            <a:custGeom>
              <a:avLst/>
              <a:gdLst/>
              <a:ahLst/>
              <a:cxnLst/>
              <a:rect l="l" t="t" r="r" b="b"/>
              <a:pathLst>
                <a:path w="2959" h="25897" extrusionOk="0">
                  <a:moveTo>
                    <a:pt x="1" y="1"/>
                  </a:moveTo>
                  <a:lnTo>
                    <a:pt x="1" y="25897"/>
                  </a:lnTo>
                  <a:lnTo>
                    <a:pt x="2959" y="25897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7"/>
            <p:cNvSpPr/>
            <p:nvPr/>
          </p:nvSpPr>
          <p:spPr>
            <a:xfrm>
              <a:off x="3761184" y="4739840"/>
              <a:ext cx="94656" cy="403648"/>
            </a:xfrm>
            <a:custGeom>
              <a:avLst/>
              <a:gdLst/>
              <a:ahLst/>
              <a:cxnLst/>
              <a:rect l="l" t="t" r="r" b="b"/>
              <a:pathLst>
                <a:path w="2958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3625440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0" y="1"/>
                  </a:moveTo>
                  <a:lnTo>
                    <a:pt x="0" y="21432"/>
                  </a:lnTo>
                  <a:lnTo>
                    <a:pt x="2958" y="2143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7"/>
            <p:cNvSpPr/>
            <p:nvPr/>
          </p:nvSpPr>
          <p:spPr>
            <a:xfrm>
              <a:off x="4037984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1" y="1"/>
                  </a:moveTo>
                  <a:lnTo>
                    <a:pt x="1" y="15795"/>
                  </a:lnTo>
                  <a:lnTo>
                    <a:pt x="2959" y="1579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7"/>
            <p:cNvSpPr/>
            <p:nvPr/>
          </p:nvSpPr>
          <p:spPr>
            <a:xfrm>
              <a:off x="3902272" y="4836288"/>
              <a:ext cx="94656" cy="307200"/>
            </a:xfrm>
            <a:custGeom>
              <a:avLst/>
              <a:gdLst/>
              <a:ahLst/>
              <a:cxnLst/>
              <a:rect l="l" t="t" r="r" b="b"/>
              <a:pathLst>
                <a:path w="2958" h="9600" extrusionOk="0">
                  <a:moveTo>
                    <a:pt x="0" y="1"/>
                  </a:moveTo>
                  <a:lnTo>
                    <a:pt x="0" y="9600"/>
                  </a:lnTo>
                  <a:lnTo>
                    <a:pt x="2958" y="960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7"/>
            <p:cNvSpPr/>
            <p:nvPr/>
          </p:nvSpPr>
          <p:spPr>
            <a:xfrm>
              <a:off x="4316608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7"/>
            <p:cNvSpPr/>
            <p:nvPr/>
          </p:nvSpPr>
          <p:spPr>
            <a:xfrm>
              <a:off x="418086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4593408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7"/>
            <p:cNvSpPr/>
            <p:nvPr/>
          </p:nvSpPr>
          <p:spPr>
            <a:xfrm>
              <a:off x="4457696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7"/>
            <p:cNvSpPr/>
            <p:nvPr/>
          </p:nvSpPr>
          <p:spPr>
            <a:xfrm>
              <a:off x="4870240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7"/>
            <p:cNvSpPr/>
            <p:nvPr/>
          </p:nvSpPr>
          <p:spPr>
            <a:xfrm>
              <a:off x="4734496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7"/>
            <p:cNvSpPr/>
            <p:nvPr/>
          </p:nvSpPr>
          <p:spPr>
            <a:xfrm>
              <a:off x="5147072" y="4157632"/>
              <a:ext cx="94656" cy="985856"/>
            </a:xfrm>
            <a:custGeom>
              <a:avLst/>
              <a:gdLst/>
              <a:ahLst/>
              <a:cxnLst/>
              <a:rect l="l" t="t" r="r" b="b"/>
              <a:pathLst>
                <a:path w="2958" h="30808" extrusionOk="0">
                  <a:moveTo>
                    <a:pt x="0" y="1"/>
                  </a:moveTo>
                  <a:lnTo>
                    <a:pt x="0" y="30808"/>
                  </a:lnTo>
                  <a:lnTo>
                    <a:pt x="2958" y="30808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7"/>
            <p:cNvSpPr/>
            <p:nvPr/>
          </p:nvSpPr>
          <p:spPr>
            <a:xfrm>
              <a:off x="5011328" y="4229088"/>
              <a:ext cx="94688" cy="914400"/>
            </a:xfrm>
            <a:custGeom>
              <a:avLst/>
              <a:gdLst/>
              <a:ahLst/>
              <a:cxnLst/>
              <a:rect l="l" t="t" r="r" b="b"/>
              <a:pathLst>
                <a:path w="2959" h="28575" extrusionOk="0">
                  <a:moveTo>
                    <a:pt x="0" y="0"/>
                  </a:moveTo>
                  <a:lnTo>
                    <a:pt x="0" y="28575"/>
                  </a:lnTo>
                  <a:lnTo>
                    <a:pt x="2958" y="2857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7"/>
            <p:cNvSpPr/>
            <p:nvPr/>
          </p:nvSpPr>
          <p:spPr>
            <a:xfrm>
              <a:off x="5425664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7"/>
            <p:cNvSpPr/>
            <p:nvPr/>
          </p:nvSpPr>
          <p:spPr>
            <a:xfrm>
              <a:off x="5289920" y="4277280"/>
              <a:ext cx="94688" cy="866208"/>
            </a:xfrm>
            <a:custGeom>
              <a:avLst/>
              <a:gdLst/>
              <a:ahLst/>
              <a:cxnLst/>
              <a:rect l="l" t="t" r="r" b="b"/>
              <a:pathLst>
                <a:path w="2959" h="27069" extrusionOk="0">
                  <a:moveTo>
                    <a:pt x="1" y="1"/>
                  </a:moveTo>
                  <a:lnTo>
                    <a:pt x="1" y="27069"/>
                  </a:lnTo>
                  <a:lnTo>
                    <a:pt x="2959" y="2706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7"/>
            <p:cNvSpPr/>
            <p:nvPr/>
          </p:nvSpPr>
          <p:spPr>
            <a:xfrm>
              <a:off x="5702496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7"/>
            <p:cNvSpPr/>
            <p:nvPr/>
          </p:nvSpPr>
          <p:spPr>
            <a:xfrm>
              <a:off x="5566752" y="4416608"/>
              <a:ext cx="94688" cy="726880"/>
            </a:xfrm>
            <a:custGeom>
              <a:avLst/>
              <a:gdLst/>
              <a:ahLst/>
              <a:cxnLst/>
              <a:rect l="l" t="t" r="r" b="b"/>
              <a:pathLst>
                <a:path w="2959" h="22715" extrusionOk="0">
                  <a:moveTo>
                    <a:pt x="0" y="0"/>
                  </a:moveTo>
                  <a:lnTo>
                    <a:pt x="0" y="22715"/>
                  </a:lnTo>
                  <a:lnTo>
                    <a:pt x="2958" y="2271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7"/>
            <p:cNvSpPr/>
            <p:nvPr/>
          </p:nvSpPr>
          <p:spPr>
            <a:xfrm>
              <a:off x="5979296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7"/>
            <p:cNvSpPr/>
            <p:nvPr/>
          </p:nvSpPr>
          <p:spPr>
            <a:xfrm>
              <a:off x="5843584" y="4813088"/>
              <a:ext cx="94688" cy="330400"/>
            </a:xfrm>
            <a:custGeom>
              <a:avLst/>
              <a:gdLst/>
              <a:ahLst/>
              <a:cxnLst/>
              <a:rect l="l" t="t" r="r" b="b"/>
              <a:pathLst>
                <a:path w="2959" h="10325" extrusionOk="0">
                  <a:moveTo>
                    <a:pt x="0" y="0"/>
                  </a:moveTo>
                  <a:lnTo>
                    <a:pt x="0" y="10325"/>
                  </a:lnTo>
                  <a:lnTo>
                    <a:pt x="2958" y="1032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6256128" y="4807712"/>
              <a:ext cx="94688" cy="335776"/>
            </a:xfrm>
            <a:custGeom>
              <a:avLst/>
              <a:gdLst/>
              <a:ahLst/>
              <a:cxnLst/>
              <a:rect l="l" t="t" r="r" b="b"/>
              <a:pathLst>
                <a:path w="2959" h="10493" extrusionOk="0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7"/>
            <p:cNvSpPr/>
            <p:nvPr/>
          </p:nvSpPr>
          <p:spPr>
            <a:xfrm>
              <a:off x="61203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7"/>
            <p:cNvSpPr/>
            <p:nvPr/>
          </p:nvSpPr>
          <p:spPr>
            <a:xfrm>
              <a:off x="6534720" y="4505888"/>
              <a:ext cx="92896" cy="637600"/>
            </a:xfrm>
            <a:custGeom>
              <a:avLst/>
              <a:gdLst/>
              <a:ahLst/>
              <a:cxnLst/>
              <a:rect l="l" t="t" r="r" b="b"/>
              <a:pathLst>
                <a:path w="2903" h="19925" extrusionOk="0">
                  <a:moveTo>
                    <a:pt x="1" y="1"/>
                  </a:moveTo>
                  <a:lnTo>
                    <a:pt x="1" y="19925"/>
                  </a:lnTo>
                  <a:lnTo>
                    <a:pt x="2903" y="1992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6399008" y="4739840"/>
              <a:ext cx="92896" cy="403648"/>
            </a:xfrm>
            <a:custGeom>
              <a:avLst/>
              <a:gdLst/>
              <a:ahLst/>
              <a:cxnLst/>
              <a:rect l="l" t="t" r="r" b="b"/>
              <a:pathLst>
                <a:path w="2903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02" y="12614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7"/>
            <p:cNvSpPr/>
            <p:nvPr/>
          </p:nvSpPr>
          <p:spPr>
            <a:xfrm>
              <a:off x="6811552" y="4807712"/>
              <a:ext cx="94688" cy="335776"/>
            </a:xfrm>
            <a:custGeom>
              <a:avLst/>
              <a:gdLst/>
              <a:ahLst/>
              <a:cxnLst/>
              <a:rect l="l" t="t" r="r" b="b"/>
              <a:pathLst>
                <a:path w="2959" h="10493" extrusionOk="0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7"/>
            <p:cNvSpPr/>
            <p:nvPr/>
          </p:nvSpPr>
          <p:spPr>
            <a:xfrm>
              <a:off x="6675808" y="4614848"/>
              <a:ext cx="94688" cy="528640"/>
            </a:xfrm>
            <a:custGeom>
              <a:avLst/>
              <a:gdLst/>
              <a:ahLst/>
              <a:cxnLst/>
              <a:rect l="l" t="t" r="r" b="b"/>
              <a:pathLst>
                <a:path w="2959" h="16520" extrusionOk="0">
                  <a:moveTo>
                    <a:pt x="1" y="0"/>
                  </a:moveTo>
                  <a:lnTo>
                    <a:pt x="1" y="16520"/>
                  </a:lnTo>
                  <a:lnTo>
                    <a:pt x="2959" y="16520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7"/>
            <p:cNvSpPr/>
            <p:nvPr/>
          </p:nvSpPr>
          <p:spPr>
            <a:xfrm>
              <a:off x="70883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7"/>
            <p:cNvSpPr/>
            <p:nvPr/>
          </p:nvSpPr>
          <p:spPr>
            <a:xfrm>
              <a:off x="6952640" y="4530912"/>
              <a:ext cx="94688" cy="612576"/>
            </a:xfrm>
            <a:custGeom>
              <a:avLst/>
              <a:gdLst/>
              <a:ahLst/>
              <a:cxnLst/>
              <a:rect l="l" t="t" r="r" b="b"/>
              <a:pathLst>
                <a:path w="2959" h="19143" extrusionOk="0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7"/>
            <p:cNvSpPr/>
            <p:nvPr/>
          </p:nvSpPr>
          <p:spPr>
            <a:xfrm>
              <a:off x="73651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7"/>
            <p:cNvSpPr/>
            <p:nvPr/>
          </p:nvSpPr>
          <p:spPr>
            <a:xfrm>
              <a:off x="7229472" y="4825568"/>
              <a:ext cx="94688" cy="317920"/>
            </a:xfrm>
            <a:custGeom>
              <a:avLst/>
              <a:gdLst/>
              <a:ahLst/>
              <a:cxnLst/>
              <a:rect l="l" t="t" r="r" b="b"/>
              <a:pathLst>
                <a:path w="2959" h="9935" extrusionOk="0">
                  <a:moveTo>
                    <a:pt x="0" y="1"/>
                  </a:moveTo>
                  <a:lnTo>
                    <a:pt x="0" y="9935"/>
                  </a:lnTo>
                  <a:lnTo>
                    <a:pt x="2958" y="993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7"/>
            <p:cNvSpPr/>
            <p:nvPr/>
          </p:nvSpPr>
          <p:spPr>
            <a:xfrm>
              <a:off x="7643808" y="4632704"/>
              <a:ext cx="92896" cy="510784"/>
            </a:xfrm>
            <a:custGeom>
              <a:avLst/>
              <a:gdLst/>
              <a:ahLst/>
              <a:cxnLst/>
              <a:rect l="l" t="t" r="r" b="b"/>
              <a:pathLst>
                <a:path w="2903" h="15962" extrusionOk="0">
                  <a:moveTo>
                    <a:pt x="0" y="0"/>
                  </a:moveTo>
                  <a:lnTo>
                    <a:pt x="0" y="15962"/>
                  </a:lnTo>
                  <a:lnTo>
                    <a:pt x="2902" y="1596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7"/>
            <p:cNvSpPr/>
            <p:nvPr/>
          </p:nvSpPr>
          <p:spPr>
            <a:xfrm>
              <a:off x="7506272" y="4963104"/>
              <a:ext cx="94688" cy="180384"/>
            </a:xfrm>
            <a:custGeom>
              <a:avLst/>
              <a:gdLst/>
              <a:ahLst/>
              <a:cxnLst/>
              <a:rect l="l" t="t" r="r" b="b"/>
              <a:pathLst>
                <a:path w="2959" h="5637" extrusionOk="0">
                  <a:moveTo>
                    <a:pt x="1" y="0"/>
                  </a:moveTo>
                  <a:lnTo>
                    <a:pt x="1" y="5637"/>
                  </a:lnTo>
                  <a:lnTo>
                    <a:pt x="2959" y="5637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7"/>
            <p:cNvSpPr/>
            <p:nvPr/>
          </p:nvSpPr>
          <p:spPr>
            <a:xfrm>
              <a:off x="7920608" y="4909504"/>
              <a:ext cx="94688" cy="233984"/>
            </a:xfrm>
            <a:custGeom>
              <a:avLst/>
              <a:gdLst/>
              <a:ahLst/>
              <a:cxnLst/>
              <a:rect l="l" t="t" r="r" b="b"/>
              <a:pathLst>
                <a:path w="2959" h="7312" extrusionOk="0">
                  <a:moveTo>
                    <a:pt x="1" y="1"/>
                  </a:moveTo>
                  <a:lnTo>
                    <a:pt x="1" y="7312"/>
                  </a:lnTo>
                  <a:lnTo>
                    <a:pt x="2959" y="731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7"/>
            <p:cNvSpPr/>
            <p:nvPr/>
          </p:nvSpPr>
          <p:spPr>
            <a:xfrm>
              <a:off x="7784896" y="4777344"/>
              <a:ext cx="94688" cy="366144"/>
            </a:xfrm>
            <a:custGeom>
              <a:avLst/>
              <a:gdLst/>
              <a:ahLst/>
              <a:cxnLst/>
              <a:rect l="l" t="t" r="r" b="b"/>
              <a:pathLst>
                <a:path w="2959" h="11442" extrusionOk="0">
                  <a:moveTo>
                    <a:pt x="0" y="1"/>
                  </a:moveTo>
                  <a:lnTo>
                    <a:pt x="0" y="11442"/>
                  </a:lnTo>
                  <a:lnTo>
                    <a:pt x="2958" y="1144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7"/>
            <p:cNvSpPr/>
            <p:nvPr/>
          </p:nvSpPr>
          <p:spPr>
            <a:xfrm>
              <a:off x="8197440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7"/>
            <p:cNvSpPr/>
            <p:nvPr/>
          </p:nvSpPr>
          <p:spPr>
            <a:xfrm>
              <a:off x="8061696" y="4777344"/>
              <a:ext cx="94688" cy="366144"/>
            </a:xfrm>
            <a:custGeom>
              <a:avLst/>
              <a:gdLst/>
              <a:ahLst/>
              <a:cxnLst/>
              <a:rect l="l" t="t" r="r" b="b"/>
              <a:pathLst>
                <a:path w="2959" h="11442" extrusionOk="0">
                  <a:moveTo>
                    <a:pt x="1" y="1"/>
                  </a:moveTo>
                  <a:lnTo>
                    <a:pt x="1" y="11442"/>
                  </a:lnTo>
                  <a:lnTo>
                    <a:pt x="2959" y="1144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7"/>
            <p:cNvSpPr/>
            <p:nvPr/>
          </p:nvSpPr>
          <p:spPr>
            <a:xfrm>
              <a:off x="8474272" y="4721984"/>
              <a:ext cx="94656" cy="421504"/>
            </a:xfrm>
            <a:custGeom>
              <a:avLst/>
              <a:gdLst/>
              <a:ahLst/>
              <a:cxnLst/>
              <a:rect l="l" t="t" r="r" b="b"/>
              <a:pathLst>
                <a:path w="2958" h="13172" extrusionOk="0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7"/>
            <p:cNvSpPr/>
            <p:nvPr/>
          </p:nvSpPr>
          <p:spPr>
            <a:xfrm>
              <a:off x="8338528" y="4488032"/>
              <a:ext cx="94688" cy="655456"/>
            </a:xfrm>
            <a:custGeom>
              <a:avLst/>
              <a:gdLst/>
              <a:ahLst/>
              <a:cxnLst/>
              <a:rect l="l" t="t" r="r" b="b"/>
              <a:pathLst>
                <a:path w="2959" h="20483" extrusionOk="0">
                  <a:moveTo>
                    <a:pt x="0" y="1"/>
                  </a:moveTo>
                  <a:lnTo>
                    <a:pt x="0" y="20483"/>
                  </a:lnTo>
                  <a:lnTo>
                    <a:pt x="2958" y="2048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7"/>
            <p:cNvSpPr/>
            <p:nvPr/>
          </p:nvSpPr>
          <p:spPr>
            <a:xfrm>
              <a:off x="8751072" y="4409440"/>
              <a:ext cx="94688" cy="734048"/>
            </a:xfrm>
            <a:custGeom>
              <a:avLst/>
              <a:gdLst/>
              <a:ahLst/>
              <a:cxnLst/>
              <a:rect l="l" t="t" r="r" b="b"/>
              <a:pathLst>
                <a:path w="2959" h="22939" extrusionOk="0">
                  <a:moveTo>
                    <a:pt x="1" y="1"/>
                  </a:moveTo>
                  <a:lnTo>
                    <a:pt x="1" y="22939"/>
                  </a:lnTo>
                  <a:lnTo>
                    <a:pt x="2959" y="2293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7"/>
            <p:cNvSpPr/>
            <p:nvPr/>
          </p:nvSpPr>
          <p:spPr>
            <a:xfrm>
              <a:off x="8615360" y="4295168"/>
              <a:ext cx="94688" cy="848320"/>
            </a:xfrm>
            <a:custGeom>
              <a:avLst/>
              <a:gdLst/>
              <a:ahLst/>
              <a:cxnLst/>
              <a:rect l="l" t="t" r="r" b="b"/>
              <a:pathLst>
                <a:path w="2959" h="26510" extrusionOk="0">
                  <a:moveTo>
                    <a:pt x="0" y="0"/>
                  </a:moveTo>
                  <a:lnTo>
                    <a:pt x="0" y="26510"/>
                  </a:lnTo>
                  <a:lnTo>
                    <a:pt x="2958" y="26510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7"/>
            <p:cNvSpPr/>
            <p:nvPr/>
          </p:nvSpPr>
          <p:spPr>
            <a:xfrm>
              <a:off x="9029696" y="4409440"/>
              <a:ext cx="92896" cy="734048"/>
            </a:xfrm>
            <a:custGeom>
              <a:avLst/>
              <a:gdLst/>
              <a:ahLst/>
              <a:cxnLst/>
              <a:rect l="l" t="t" r="r" b="b"/>
              <a:pathLst>
                <a:path w="2903" h="22939" extrusionOk="0">
                  <a:moveTo>
                    <a:pt x="0" y="1"/>
                  </a:moveTo>
                  <a:lnTo>
                    <a:pt x="0" y="22939"/>
                  </a:lnTo>
                  <a:lnTo>
                    <a:pt x="2902" y="22939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7"/>
            <p:cNvSpPr/>
            <p:nvPr/>
          </p:nvSpPr>
          <p:spPr>
            <a:xfrm>
              <a:off x="8893952" y="4180864"/>
              <a:ext cx="92896" cy="962624"/>
            </a:xfrm>
            <a:custGeom>
              <a:avLst/>
              <a:gdLst/>
              <a:ahLst/>
              <a:cxnLst/>
              <a:rect l="l" t="t" r="r" b="b"/>
              <a:pathLst>
                <a:path w="2903" h="30082" extrusionOk="0">
                  <a:moveTo>
                    <a:pt x="1" y="0"/>
                  </a:moveTo>
                  <a:lnTo>
                    <a:pt x="1" y="30082"/>
                  </a:lnTo>
                  <a:lnTo>
                    <a:pt x="2903" y="30082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7"/>
          <p:cNvSpPr/>
          <p:nvPr/>
        </p:nvSpPr>
        <p:spPr>
          <a:xfrm>
            <a:off x="0" y="3579000"/>
            <a:ext cx="9144000" cy="1293056"/>
          </a:xfrm>
          <a:custGeom>
            <a:avLst/>
            <a:gdLst/>
            <a:ahLst/>
            <a:cxnLst/>
            <a:rect l="l" t="t" r="r" b="b"/>
            <a:pathLst>
              <a:path w="285750" h="40408" extrusionOk="0">
                <a:moveTo>
                  <a:pt x="160288" y="224"/>
                </a:moveTo>
                <a:lnTo>
                  <a:pt x="160455" y="279"/>
                </a:lnTo>
                <a:lnTo>
                  <a:pt x="160623" y="335"/>
                </a:lnTo>
                <a:lnTo>
                  <a:pt x="160679" y="503"/>
                </a:lnTo>
                <a:lnTo>
                  <a:pt x="160734" y="670"/>
                </a:lnTo>
                <a:lnTo>
                  <a:pt x="160679" y="838"/>
                </a:lnTo>
                <a:lnTo>
                  <a:pt x="160623" y="1005"/>
                </a:lnTo>
                <a:lnTo>
                  <a:pt x="160455" y="1061"/>
                </a:lnTo>
                <a:lnTo>
                  <a:pt x="160288" y="1117"/>
                </a:lnTo>
                <a:lnTo>
                  <a:pt x="160120" y="1061"/>
                </a:lnTo>
                <a:lnTo>
                  <a:pt x="159953" y="1005"/>
                </a:lnTo>
                <a:lnTo>
                  <a:pt x="159897" y="838"/>
                </a:lnTo>
                <a:lnTo>
                  <a:pt x="159841" y="670"/>
                </a:lnTo>
                <a:lnTo>
                  <a:pt x="159897" y="503"/>
                </a:lnTo>
                <a:lnTo>
                  <a:pt x="159953" y="335"/>
                </a:lnTo>
                <a:lnTo>
                  <a:pt x="160120" y="279"/>
                </a:lnTo>
                <a:lnTo>
                  <a:pt x="160288" y="224"/>
                </a:lnTo>
                <a:close/>
                <a:moveTo>
                  <a:pt x="264319" y="670"/>
                </a:moveTo>
                <a:lnTo>
                  <a:pt x="264486" y="726"/>
                </a:lnTo>
                <a:lnTo>
                  <a:pt x="264654" y="782"/>
                </a:lnTo>
                <a:lnTo>
                  <a:pt x="264709" y="949"/>
                </a:lnTo>
                <a:lnTo>
                  <a:pt x="264765" y="1117"/>
                </a:lnTo>
                <a:lnTo>
                  <a:pt x="264709" y="1284"/>
                </a:lnTo>
                <a:lnTo>
                  <a:pt x="264654" y="1451"/>
                </a:lnTo>
                <a:lnTo>
                  <a:pt x="264486" y="1507"/>
                </a:lnTo>
                <a:lnTo>
                  <a:pt x="264319" y="1563"/>
                </a:lnTo>
                <a:lnTo>
                  <a:pt x="264151" y="1507"/>
                </a:lnTo>
                <a:lnTo>
                  <a:pt x="263984" y="1451"/>
                </a:lnTo>
                <a:lnTo>
                  <a:pt x="263928" y="1284"/>
                </a:lnTo>
                <a:lnTo>
                  <a:pt x="263872" y="1117"/>
                </a:lnTo>
                <a:lnTo>
                  <a:pt x="263928" y="949"/>
                </a:lnTo>
                <a:lnTo>
                  <a:pt x="263984" y="782"/>
                </a:lnTo>
                <a:lnTo>
                  <a:pt x="264151" y="726"/>
                </a:lnTo>
                <a:lnTo>
                  <a:pt x="264319" y="670"/>
                </a:lnTo>
                <a:close/>
                <a:moveTo>
                  <a:pt x="281508" y="2902"/>
                </a:moveTo>
                <a:lnTo>
                  <a:pt x="281676" y="2958"/>
                </a:lnTo>
                <a:lnTo>
                  <a:pt x="281843" y="3014"/>
                </a:lnTo>
                <a:lnTo>
                  <a:pt x="281899" y="3182"/>
                </a:lnTo>
                <a:lnTo>
                  <a:pt x="281955" y="3349"/>
                </a:lnTo>
                <a:lnTo>
                  <a:pt x="281899" y="3516"/>
                </a:lnTo>
                <a:lnTo>
                  <a:pt x="281843" y="3684"/>
                </a:lnTo>
                <a:lnTo>
                  <a:pt x="281676" y="3740"/>
                </a:lnTo>
                <a:lnTo>
                  <a:pt x="281508" y="3795"/>
                </a:lnTo>
                <a:lnTo>
                  <a:pt x="281341" y="3740"/>
                </a:lnTo>
                <a:lnTo>
                  <a:pt x="281174" y="3684"/>
                </a:lnTo>
                <a:lnTo>
                  <a:pt x="281118" y="3516"/>
                </a:lnTo>
                <a:lnTo>
                  <a:pt x="281062" y="3349"/>
                </a:lnTo>
                <a:lnTo>
                  <a:pt x="281118" y="3182"/>
                </a:lnTo>
                <a:lnTo>
                  <a:pt x="281174" y="3014"/>
                </a:lnTo>
                <a:lnTo>
                  <a:pt x="281341" y="2958"/>
                </a:lnTo>
                <a:lnTo>
                  <a:pt x="281508" y="2902"/>
                </a:lnTo>
                <a:close/>
                <a:moveTo>
                  <a:pt x="177701" y="6251"/>
                </a:moveTo>
                <a:lnTo>
                  <a:pt x="177868" y="6307"/>
                </a:lnTo>
                <a:lnTo>
                  <a:pt x="178036" y="6363"/>
                </a:lnTo>
                <a:lnTo>
                  <a:pt x="178091" y="6530"/>
                </a:lnTo>
                <a:lnTo>
                  <a:pt x="178147" y="6698"/>
                </a:lnTo>
                <a:lnTo>
                  <a:pt x="178091" y="6865"/>
                </a:lnTo>
                <a:lnTo>
                  <a:pt x="178036" y="7032"/>
                </a:lnTo>
                <a:lnTo>
                  <a:pt x="177868" y="7088"/>
                </a:lnTo>
                <a:lnTo>
                  <a:pt x="177701" y="7144"/>
                </a:lnTo>
                <a:lnTo>
                  <a:pt x="177533" y="7088"/>
                </a:lnTo>
                <a:lnTo>
                  <a:pt x="177366" y="7032"/>
                </a:lnTo>
                <a:lnTo>
                  <a:pt x="177310" y="6865"/>
                </a:lnTo>
                <a:lnTo>
                  <a:pt x="177254" y="6698"/>
                </a:lnTo>
                <a:lnTo>
                  <a:pt x="177310" y="6530"/>
                </a:lnTo>
                <a:lnTo>
                  <a:pt x="177366" y="6363"/>
                </a:lnTo>
                <a:lnTo>
                  <a:pt x="177533" y="6307"/>
                </a:lnTo>
                <a:lnTo>
                  <a:pt x="177701" y="6251"/>
                </a:lnTo>
                <a:close/>
                <a:moveTo>
                  <a:pt x="90860" y="12055"/>
                </a:moveTo>
                <a:lnTo>
                  <a:pt x="91027" y="12111"/>
                </a:lnTo>
                <a:lnTo>
                  <a:pt x="91194" y="12167"/>
                </a:lnTo>
                <a:lnTo>
                  <a:pt x="91250" y="12334"/>
                </a:lnTo>
                <a:lnTo>
                  <a:pt x="91306" y="12502"/>
                </a:lnTo>
                <a:lnTo>
                  <a:pt x="91250" y="12669"/>
                </a:lnTo>
                <a:lnTo>
                  <a:pt x="91194" y="12837"/>
                </a:lnTo>
                <a:lnTo>
                  <a:pt x="91027" y="12893"/>
                </a:lnTo>
                <a:lnTo>
                  <a:pt x="90860" y="12948"/>
                </a:lnTo>
                <a:lnTo>
                  <a:pt x="90692" y="12893"/>
                </a:lnTo>
                <a:lnTo>
                  <a:pt x="90525" y="12837"/>
                </a:lnTo>
                <a:lnTo>
                  <a:pt x="90469" y="12669"/>
                </a:lnTo>
                <a:lnTo>
                  <a:pt x="90413" y="12502"/>
                </a:lnTo>
                <a:lnTo>
                  <a:pt x="90469" y="12334"/>
                </a:lnTo>
                <a:lnTo>
                  <a:pt x="90525" y="12167"/>
                </a:lnTo>
                <a:lnTo>
                  <a:pt x="90692" y="12111"/>
                </a:lnTo>
                <a:lnTo>
                  <a:pt x="90860" y="12055"/>
                </a:lnTo>
                <a:close/>
                <a:moveTo>
                  <a:pt x="246683" y="15404"/>
                </a:moveTo>
                <a:lnTo>
                  <a:pt x="246850" y="15460"/>
                </a:lnTo>
                <a:lnTo>
                  <a:pt x="247017" y="15516"/>
                </a:lnTo>
                <a:lnTo>
                  <a:pt x="247073" y="15683"/>
                </a:lnTo>
                <a:lnTo>
                  <a:pt x="247129" y="15851"/>
                </a:lnTo>
                <a:lnTo>
                  <a:pt x="247073" y="16018"/>
                </a:lnTo>
                <a:lnTo>
                  <a:pt x="247017" y="16185"/>
                </a:lnTo>
                <a:lnTo>
                  <a:pt x="246850" y="16241"/>
                </a:lnTo>
                <a:lnTo>
                  <a:pt x="246683" y="16297"/>
                </a:lnTo>
                <a:lnTo>
                  <a:pt x="246515" y="16241"/>
                </a:lnTo>
                <a:lnTo>
                  <a:pt x="246348" y="16185"/>
                </a:lnTo>
                <a:lnTo>
                  <a:pt x="246292" y="16018"/>
                </a:lnTo>
                <a:lnTo>
                  <a:pt x="246236" y="15851"/>
                </a:lnTo>
                <a:lnTo>
                  <a:pt x="246292" y="15683"/>
                </a:lnTo>
                <a:lnTo>
                  <a:pt x="246348" y="15516"/>
                </a:lnTo>
                <a:lnTo>
                  <a:pt x="246515" y="15460"/>
                </a:lnTo>
                <a:lnTo>
                  <a:pt x="246683" y="15404"/>
                </a:lnTo>
                <a:close/>
                <a:moveTo>
                  <a:pt x="142875" y="15627"/>
                </a:moveTo>
                <a:lnTo>
                  <a:pt x="143042" y="15683"/>
                </a:lnTo>
                <a:lnTo>
                  <a:pt x="143210" y="15739"/>
                </a:lnTo>
                <a:lnTo>
                  <a:pt x="143266" y="15906"/>
                </a:lnTo>
                <a:lnTo>
                  <a:pt x="143321" y="16074"/>
                </a:lnTo>
                <a:lnTo>
                  <a:pt x="143266" y="16241"/>
                </a:lnTo>
                <a:lnTo>
                  <a:pt x="143210" y="16409"/>
                </a:lnTo>
                <a:lnTo>
                  <a:pt x="143042" y="16464"/>
                </a:lnTo>
                <a:lnTo>
                  <a:pt x="142875" y="16520"/>
                </a:lnTo>
                <a:lnTo>
                  <a:pt x="142708" y="16464"/>
                </a:lnTo>
                <a:lnTo>
                  <a:pt x="142540" y="16409"/>
                </a:lnTo>
                <a:lnTo>
                  <a:pt x="142484" y="16241"/>
                </a:lnTo>
                <a:lnTo>
                  <a:pt x="142429" y="16074"/>
                </a:lnTo>
                <a:lnTo>
                  <a:pt x="142484" y="15906"/>
                </a:lnTo>
                <a:lnTo>
                  <a:pt x="142540" y="15739"/>
                </a:lnTo>
                <a:lnTo>
                  <a:pt x="142708" y="15683"/>
                </a:lnTo>
                <a:lnTo>
                  <a:pt x="142875" y="15627"/>
                </a:lnTo>
                <a:close/>
                <a:moveTo>
                  <a:pt x="125685" y="17413"/>
                </a:moveTo>
                <a:lnTo>
                  <a:pt x="125853" y="17469"/>
                </a:lnTo>
                <a:lnTo>
                  <a:pt x="126020" y="17525"/>
                </a:lnTo>
                <a:lnTo>
                  <a:pt x="126076" y="17692"/>
                </a:lnTo>
                <a:lnTo>
                  <a:pt x="126132" y="17860"/>
                </a:lnTo>
                <a:lnTo>
                  <a:pt x="126076" y="18027"/>
                </a:lnTo>
                <a:lnTo>
                  <a:pt x="126020" y="18195"/>
                </a:lnTo>
                <a:lnTo>
                  <a:pt x="125853" y="18250"/>
                </a:lnTo>
                <a:lnTo>
                  <a:pt x="125685" y="18306"/>
                </a:lnTo>
                <a:lnTo>
                  <a:pt x="125518" y="18250"/>
                </a:lnTo>
                <a:lnTo>
                  <a:pt x="125350" y="18195"/>
                </a:lnTo>
                <a:lnTo>
                  <a:pt x="125295" y="18027"/>
                </a:lnTo>
                <a:lnTo>
                  <a:pt x="125239" y="17860"/>
                </a:lnTo>
                <a:lnTo>
                  <a:pt x="125295" y="17692"/>
                </a:lnTo>
                <a:lnTo>
                  <a:pt x="125350" y="17525"/>
                </a:lnTo>
                <a:lnTo>
                  <a:pt x="125518" y="17469"/>
                </a:lnTo>
                <a:lnTo>
                  <a:pt x="125685" y="17413"/>
                </a:lnTo>
                <a:close/>
                <a:moveTo>
                  <a:pt x="73670" y="17636"/>
                </a:moveTo>
                <a:lnTo>
                  <a:pt x="73837" y="17692"/>
                </a:lnTo>
                <a:lnTo>
                  <a:pt x="74005" y="17748"/>
                </a:lnTo>
                <a:lnTo>
                  <a:pt x="74061" y="17915"/>
                </a:lnTo>
                <a:lnTo>
                  <a:pt x="74116" y="18083"/>
                </a:lnTo>
                <a:lnTo>
                  <a:pt x="74061" y="18250"/>
                </a:lnTo>
                <a:lnTo>
                  <a:pt x="74005" y="18418"/>
                </a:lnTo>
                <a:lnTo>
                  <a:pt x="73837" y="18474"/>
                </a:lnTo>
                <a:lnTo>
                  <a:pt x="73670" y="18529"/>
                </a:lnTo>
                <a:lnTo>
                  <a:pt x="73502" y="18474"/>
                </a:lnTo>
                <a:lnTo>
                  <a:pt x="73335" y="18418"/>
                </a:lnTo>
                <a:lnTo>
                  <a:pt x="73279" y="18250"/>
                </a:lnTo>
                <a:lnTo>
                  <a:pt x="73223" y="18083"/>
                </a:lnTo>
                <a:lnTo>
                  <a:pt x="73279" y="17915"/>
                </a:lnTo>
                <a:lnTo>
                  <a:pt x="73335" y="17748"/>
                </a:lnTo>
                <a:lnTo>
                  <a:pt x="73502" y="17692"/>
                </a:lnTo>
                <a:lnTo>
                  <a:pt x="73670" y="17636"/>
                </a:lnTo>
                <a:close/>
                <a:moveTo>
                  <a:pt x="21543" y="17971"/>
                </a:moveTo>
                <a:lnTo>
                  <a:pt x="21710" y="18027"/>
                </a:lnTo>
                <a:lnTo>
                  <a:pt x="21878" y="18083"/>
                </a:lnTo>
                <a:lnTo>
                  <a:pt x="21934" y="18250"/>
                </a:lnTo>
                <a:lnTo>
                  <a:pt x="21989" y="18418"/>
                </a:lnTo>
                <a:lnTo>
                  <a:pt x="21934" y="18585"/>
                </a:lnTo>
                <a:lnTo>
                  <a:pt x="21878" y="18753"/>
                </a:lnTo>
                <a:lnTo>
                  <a:pt x="21710" y="18808"/>
                </a:lnTo>
                <a:lnTo>
                  <a:pt x="21543" y="18864"/>
                </a:lnTo>
                <a:lnTo>
                  <a:pt x="21375" y="18808"/>
                </a:lnTo>
                <a:lnTo>
                  <a:pt x="21208" y="18753"/>
                </a:lnTo>
                <a:lnTo>
                  <a:pt x="21152" y="18585"/>
                </a:lnTo>
                <a:lnTo>
                  <a:pt x="21096" y="18418"/>
                </a:lnTo>
                <a:lnTo>
                  <a:pt x="21152" y="18250"/>
                </a:lnTo>
                <a:lnTo>
                  <a:pt x="21208" y="18083"/>
                </a:lnTo>
                <a:lnTo>
                  <a:pt x="21375" y="18027"/>
                </a:lnTo>
                <a:lnTo>
                  <a:pt x="21543" y="17971"/>
                </a:lnTo>
                <a:close/>
                <a:moveTo>
                  <a:pt x="229716" y="22101"/>
                </a:moveTo>
                <a:lnTo>
                  <a:pt x="229884" y="22157"/>
                </a:lnTo>
                <a:lnTo>
                  <a:pt x="230051" y="22213"/>
                </a:lnTo>
                <a:lnTo>
                  <a:pt x="230107" y="22380"/>
                </a:lnTo>
                <a:lnTo>
                  <a:pt x="230163" y="22548"/>
                </a:lnTo>
                <a:lnTo>
                  <a:pt x="230107" y="22715"/>
                </a:lnTo>
                <a:lnTo>
                  <a:pt x="230051" y="22883"/>
                </a:lnTo>
                <a:lnTo>
                  <a:pt x="229884" y="22938"/>
                </a:lnTo>
                <a:lnTo>
                  <a:pt x="229716" y="22994"/>
                </a:lnTo>
                <a:lnTo>
                  <a:pt x="229549" y="22938"/>
                </a:lnTo>
                <a:lnTo>
                  <a:pt x="229381" y="22883"/>
                </a:lnTo>
                <a:lnTo>
                  <a:pt x="229326" y="22715"/>
                </a:lnTo>
                <a:lnTo>
                  <a:pt x="229270" y="22548"/>
                </a:lnTo>
                <a:lnTo>
                  <a:pt x="229326" y="22380"/>
                </a:lnTo>
                <a:lnTo>
                  <a:pt x="229381" y="22213"/>
                </a:lnTo>
                <a:lnTo>
                  <a:pt x="229549" y="22157"/>
                </a:lnTo>
                <a:lnTo>
                  <a:pt x="229716" y="22101"/>
                </a:lnTo>
                <a:close/>
                <a:moveTo>
                  <a:pt x="194890" y="25450"/>
                </a:moveTo>
                <a:lnTo>
                  <a:pt x="195058" y="25506"/>
                </a:lnTo>
                <a:lnTo>
                  <a:pt x="195225" y="25562"/>
                </a:lnTo>
                <a:lnTo>
                  <a:pt x="195281" y="25729"/>
                </a:lnTo>
                <a:lnTo>
                  <a:pt x="195337" y="25896"/>
                </a:lnTo>
                <a:lnTo>
                  <a:pt x="195281" y="26064"/>
                </a:lnTo>
                <a:lnTo>
                  <a:pt x="195225" y="26231"/>
                </a:lnTo>
                <a:lnTo>
                  <a:pt x="195058" y="26287"/>
                </a:lnTo>
                <a:lnTo>
                  <a:pt x="194890" y="26343"/>
                </a:lnTo>
                <a:lnTo>
                  <a:pt x="194723" y="26287"/>
                </a:lnTo>
                <a:lnTo>
                  <a:pt x="194556" y="26231"/>
                </a:lnTo>
                <a:lnTo>
                  <a:pt x="194500" y="26064"/>
                </a:lnTo>
                <a:lnTo>
                  <a:pt x="194444" y="25896"/>
                </a:lnTo>
                <a:lnTo>
                  <a:pt x="194500" y="25729"/>
                </a:lnTo>
                <a:lnTo>
                  <a:pt x="194556" y="25562"/>
                </a:lnTo>
                <a:lnTo>
                  <a:pt x="194723" y="25506"/>
                </a:lnTo>
                <a:lnTo>
                  <a:pt x="194890" y="25450"/>
                </a:lnTo>
                <a:close/>
                <a:moveTo>
                  <a:pt x="4465" y="26789"/>
                </a:moveTo>
                <a:lnTo>
                  <a:pt x="4632" y="26845"/>
                </a:lnTo>
                <a:lnTo>
                  <a:pt x="4800" y="26901"/>
                </a:lnTo>
                <a:lnTo>
                  <a:pt x="4856" y="27068"/>
                </a:lnTo>
                <a:lnTo>
                  <a:pt x="4911" y="27236"/>
                </a:lnTo>
                <a:lnTo>
                  <a:pt x="4856" y="27403"/>
                </a:lnTo>
                <a:lnTo>
                  <a:pt x="4800" y="27571"/>
                </a:lnTo>
                <a:lnTo>
                  <a:pt x="4632" y="27627"/>
                </a:lnTo>
                <a:lnTo>
                  <a:pt x="4465" y="27682"/>
                </a:lnTo>
                <a:lnTo>
                  <a:pt x="4297" y="27627"/>
                </a:lnTo>
                <a:lnTo>
                  <a:pt x="4130" y="27571"/>
                </a:lnTo>
                <a:lnTo>
                  <a:pt x="4074" y="27403"/>
                </a:lnTo>
                <a:lnTo>
                  <a:pt x="4018" y="27236"/>
                </a:lnTo>
                <a:lnTo>
                  <a:pt x="4074" y="27068"/>
                </a:lnTo>
                <a:lnTo>
                  <a:pt x="4130" y="26901"/>
                </a:lnTo>
                <a:lnTo>
                  <a:pt x="4297" y="26845"/>
                </a:lnTo>
                <a:lnTo>
                  <a:pt x="4465" y="26789"/>
                </a:lnTo>
                <a:close/>
                <a:moveTo>
                  <a:pt x="108272" y="29915"/>
                </a:moveTo>
                <a:lnTo>
                  <a:pt x="108440" y="29971"/>
                </a:lnTo>
                <a:lnTo>
                  <a:pt x="108607" y="30026"/>
                </a:lnTo>
                <a:lnTo>
                  <a:pt x="108663" y="30194"/>
                </a:lnTo>
                <a:lnTo>
                  <a:pt x="108719" y="30361"/>
                </a:lnTo>
                <a:lnTo>
                  <a:pt x="108663" y="30529"/>
                </a:lnTo>
                <a:lnTo>
                  <a:pt x="108607" y="30696"/>
                </a:lnTo>
                <a:lnTo>
                  <a:pt x="108440" y="30752"/>
                </a:lnTo>
                <a:lnTo>
                  <a:pt x="108272" y="30808"/>
                </a:lnTo>
                <a:lnTo>
                  <a:pt x="108105" y="30752"/>
                </a:lnTo>
                <a:lnTo>
                  <a:pt x="107938" y="30696"/>
                </a:lnTo>
                <a:lnTo>
                  <a:pt x="107882" y="30529"/>
                </a:lnTo>
                <a:lnTo>
                  <a:pt x="107826" y="30361"/>
                </a:lnTo>
                <a:lnTo>
                  <a:pt x="107882" y="30194"/>
                </a:lnTo>
                <a:lnTo>
                  <a:pt x="107938" y="30026"/>
                </a:lnTo>
                <a:lnTo>
                  <a:pt x="108105" y="29971"/>
                </a:lnTo>
                <a:lnTo>
                  <a:pt x="108272" y="29915"/>
                </a:lnTo>
                <a:close/>
                <a:moveTo>
                  <a:pt x="212080" y="32147"/>
                </a:moveTo>
                <a:lnTo>
                  <a:pt x="212248" y="32203"/>
                </a:lnTo>
                <a:lnTo>
                  <a:pt x="212415" y="32259"/>
                </a:lnTo>
                <a:lnTo>
                  <a:pt x="212471" y="32426"/>
                </a:lnTo>
                <a:lnTo>
                  <a:pt x="212527" y="32594"/>
                </a:lnTo>
                <a:lnTo>
                  <a:pt x="212471" y="32761"/>
                </a:lnTo>
                <a:lnTo>
                  <a:pt x="212415" y="32928"/>
                </a:lnTo>
                <a:lnTo>
                  <a:pt x="212248" y="32984"/>
                </a:lnTo>
                <a:lnTo>
                  <a:pt x="212080" y="33040"/>
                </a:lnTo>
                <a:lnTo>
                  <a:pt x="211913" y="32984"/>
                </a:lnTo>
                <a:lnTo>
                  <a:pt x="211745" y="32928"/>
                </a:lnTo>
                <a:lnTo>
                  <a:pt x="211689" y="32761"/>
                </a:lnTo>
                <a:lnTo>
                  <a:pt x="211634" y="32594"/>
                </a:lnTo>
                <a:lnTo>
                  <a:pt x="211689" y="32426"/>
                </a:lnTo>
                <a:lnTo>
                  <a:pt x="211745" y="32259"/>
                </a:lnTo>
                <a:lnTo>
                  <a:pt x="211913" y="32203"/>
                </a:lnTo>
                <a:lnTo>
                  <a:pt x="212080" y="32147"/>
                </a:lnTo>
                <a:close/>
                <a:moveTo>
                  <a:pt x="56257" y="36389"/>
                </a:moveTo>
                <a:lnTo>
                  <a:pt x="56424" y="36445"/>
                </a:lnTo>
                <a:lnTo>
                  <a:pt x="56592" y="36500"/>
                </a:lnTo>
                <a:lnTo>
                  <a:pt x="56648" y="36668"/>
                </a:lnTo>
                <a:lnTo>
                  <a:pt x="56704" y="36835"/>
                </a:lnTo>
                <a:lnTo>
                  <a:pt x="56648" y="37003"/>
                </a:lnTo>
                <a:lnTo>
                  <a:pt x="56592" y="37170"/>
                </a:lnTo>
                <a:lnTo>
                  <a:pt x="56424" y="37226"/>
                </a:lnTo>
                <a:lnTo>
                  <a:pt x="56257" y="37282"/>
                </a:lnTo>
                <a:lnTo>
                  <a:pt x="56090" y="37226"/>
                </a:lnTo>
                <a:lnTo>
                  <a:pt x="55922" y="37170"/>
                </a:lnTo>
                <a:lnTo>
                  <a:pt x="55866" y="37003"/>
                </a:lnTo>
                <a:lnTo>
                  <a:pt x="55811" y="36835"/>
                </a:lnTo>
                <a:lnTo>
                  <a:pt x="55866" y="36668"/>
                </a:lnTo>
                <a:lnTo>
                  <a:pt x="55922" y="36500"/>
                </a:lnTo>
                <a:lnTo>
                  <a:pt x="56090" y="36445"/>
                </a:lnTo>
                <a:lnTo>
                  <a:pt x="56257" y="36389"/>
                </a:lnTo>
                <a:close/>
                <a:moveTo>
                  <a:pt x="39067" y="39291"/>
                </a:moveTo>
                <a:lnTo>
                  <a:pt x="39235" y="39347"/>
                </a:lnTo>
                <a:lnTo>
                  <a:pt x="39402" y="39403"/>
                </a:lnTo>
                <a:lnTo>
                  <a:pt x="39458" y="39570"/>
                </a:lnTo>
                <a:lnTo>
                  <a:pt x="39514" y="39737"/>
                </a:lnTo>
                <a:lnTo>
                  <a:pt x="39458" y="39905"/>
                </a:lnTo>
                <a:lnTo>
                  <a:pt x="39402" y="40072"/>
                </a:lnTo>
                <a:lnTo>
                  <a:pt x="39235" y="40128"/>
                </a:lnTo>
                <a:lnTo>
                  <a:pt x="39067" y="40184"/>
                </a:lnTo>
                <a:lnTo>
                  <a:pt x="38900" y="40128"/>
                </a:lnTo>
                <a:lnTo>
                  <a:pt x="38733" y="40072"/>
                </a:lnTo>
                <a:lnTo>
                  <a:pt x="38677" y="39905"/>
                </a:lnTo>
                <a:lnTo>
                  <a:pt x="38621" y="39737"/>
                </a:lnTo>
                <a:lnTo>
                  <a:pt x="38677" y="39570"/>
                </a:lnTo>
                <a:lnTo>
                  <a:pt x="38733" y="39403"/>
                </a:lnTo>
                <a:lnTo>
                  <a:pt x="38900" y="39347"/>
                </a:lnTo>
                <a:lnTo>
                  <a:pt x="39067" y="39291"/>
                </a:lnTo>
                <a:close/>
                <a:moveTo>
                  <a:pt x="160288" y="0"/>
                </a:moveTo>
                <a:lnTo>
                  <a:pt x="160009" y="56"/>
                </a:lnTo>
                <a:lnTo>
                  <a:pt x="159841" y="224"/>
                </a:lnTo>
                <a:lnTo>
                  <a:pt x="159674" y="391"/>
                </a:lnTo>
                <a:lnTo>
                  <a:pt x="159618" y="670"/>
                </a:lnTo>
                <a:lnTo>
                  <a:pt x="159674" y="893"/>
                </a:lnTo>
                <a:lnTo>
                  <a:pt x="143266" y="15571"/>
                </a:lnTo>
                <a:lnTo>
                  <a:pt x="143098" y="15460"/>
                </a:lnTo>
                <a:lnTo>
                  <a:pt x="142875" y="15404"/>
                </a:lnTo>
                <a:lnTo>
                  <a:pt x="142652" y="15460"/>
                </a:lnTo>
                <a:lnTo>
                  <a:pt x="142429" y="15571"/>
                </a:lnTo>
                <a:lnTo>
                  <a:pt x="142317" y="15739"/>
                </a:lnTo>
                <a:lnTo>
                  <a:pt x="142205" y="15906"/>
                </a:lnTo>
                <a:lnTo>
                  <a:pt x="126299" y="17581"/>
                </a:lnTo>
                <a:lnTo>
                  <a:pt x="126188" y="17413"/>
                </a:lnTo>
                <a:lnTo>
                  <a:pt x="126020" y="17302"/>
                </a:lnTo>
                <a:lnTo>
                  <a:pt x="125853" y="17190"/>
                </a:lnTo>
                <a:lnTo>
                  <a:pt x="125685" y="17190"/>
                </a:lnTo>
                <a:lnTo>
                  <a:pt x="125406" y="17246"/>
                </a:lnTo>
                <a:lnTo>
                  <a:pt x="125239" y="17413"/>
                </a:lnTo>
                <a:lnTo>
                  <a:pt x="125071" y="17581"/>
                </a:lnTo>
                <a:lnTo>
                  <a:pt x="125016" y="17860"/>
                </a:lnTo>
                <a:lnTo>
                  <a:pt x="125016" y="18027"/>
                </a:lnTo>
                <a:lnTo>
                  <a:pt x="108775" y="29915"/>
                </a:lnTo>
                <a:lnTo>
                  <a:pt x="108552" y="29747"/>
                </a:lnTo>
                <a:lnTo>
                  <a:pt x="108272" y="29691"/>
                </a:lnTo>
                <a:lnTo>
                  <a:pt x="107993" y="29747"/>
                </a:lnTo>
                <a:lnTo>
                  <a:pt x="107770" y="29915"/>
                </a:lnTo>
                <a:lnTo>
                  <a:pt x="91473" y="12781"/>
                </a:lnTo>
                <a:lnTo>
                  <a:pt x="91529" y="12502"/>
                </a:lnTo>
                <a:lnTo>
                  <a:pt x="91473" y="12223"/>
                </a:lnTo>
                <a:lnTo>
                  <a:pt x="91306" y="12055"/>
                </a:lnTo>
                <a:lnTo>
                  <a:pt x="91139" y="11888"/>
                </a:lnTo>
                <a:lnTo>
                  <a:pt x="90860" y="11832"/>
                </a:lnTo>
                <a:lnTo>
                  <a:pt x="90581" y="11888"/>
                </a:lnTo>
                <a:lnTo>
                  <a:pt x="90413" y="12055"/>
                </a:lnTo>
                <a:lnTo>
                  <a:pt x="90246" y="12223"/>
                </a:lnTo>
                <a:lnTo>
                  <a:pt x="90190" y="12502"/>
                </a:lnTo>
                <a:lnTo>
                  <a:pt x="74172" y="17636"/>
                </a:lnTo>
                <a:lnTo>
                  <a:pt x="73949" y="17469"/>
                </a:lnTo>
                <a:lnTo>
                  <a:pt x="73837" y="17413"/>
                </a:lnTo>
                <a:lnTo>
                  <a:pt x="73670" y="17413"/>
                </a:lnTo>
                <a:lnTo>
                  <a:pt x="73391" y="17469"/>
                </a:lnTo>
                <a:lnTo>
                  <a:pt x="73223" y="17636"/>
                </a:lnTo>
                <a:lnTo>
                  <a:pt x="73056" y="17804"/>
                </a:lnTo>
                <a:lnTo>
                  <a:pt x="73000" y="18083"/>
                </a:lnTo>
                <a:lnTo>
                  <a:pt x="73056" y="18362"/>
                </a:lnTo>
                <a:lnTo>
                  <a:pt x="56759" y="36389"/>
                </a:lnTo>
                <a:lnTo>
                  <a:pt x="56536" y="36221"/>
                </a:lnTo>
                <a:lnTo>
                  <a:pt x="56257" y="36165"/>
                </a:lnTo>
                <a:lnTo>
                  <a:pt x="55978" y="36221"/>
                </a:lnTo>
                <a:lnTo>
                  <a:pt x="55811" y="36389"/>
                </a:lnTo>
                <a:lnTo>
                  <a:pt x="55643" y="36556"/>
                </a:lnTo>
                <a:lnTo>
                  <a:pt x="55587" y="36835"/>
                </a:lnTo>
                <a:lnTo>
                  <a:pt x="55587" y="36947"/>
                </a:lnTo>
                <a:lnTo>
                  <a:pt x="39737" y="39626"/>
                </a:lnTo>
                <a:lnTo>
                  <a:pt x="39737" y="39737"/>
                </a:lnTo>
                <a:lnTo>
                  <a:pt x="39681" y="39458"/>
                </a:lnTo>
                <a:lnTo>
                  <a:pt x="39514" y="39291"/>
                </a:lnTo>
                <a:lnTo>
                  <a:pt x="39346" y="39123"/>
                </a:lnTo>
                <a:lnTo>
                  <a:pt x="39067" y="39068"/>
                </a:lnTo>
                <a:lnTo>
                  <a:pt x="38844" y="39123"/>
                </a:lnTo>
                <a:lnTo>
                  <a:pt x="38621" y="39235"/>
                </a:lnTo>
                <a:lnTo>
                  <a:pt x="22045" y="18864"/>
                </a:lnTo>
                <a:lnTo>
                  <a:pt x="22157" y="18641"/>
                </a:lnTo>
                <a:lnTo>
                  <a:pt x="22213" y="18418"/>
                </a:lnTo>
                <a:lnTo>
                  <a:pt x="22157" y="18139"/>
                </a:lnTo>
                <a:lnTo>
                  <a:pt x="21989" y="17971"/>
                </a:lnTo>
                <a:lnTo>
                  <a:pt x="21822" y="17804"/>
                </a:lnTo>
                <a:lnTo>
                  <a:pt x="21543" y="17748"/>
                </a:lnTo>
                <a:lnTo>
                  <a:pt x="21264" y="17804"/>
                </a:lnTo>
                <a:lnTo>
                  <a:pt x="21096" y="17971"/>
                </a:lnTo>
                <a:lnTo>
                  <a:pt x="20929" y="18139"/>
                </a:lnTo>
                <a:lnTo>
                  <a:pt x="20873" y="18418"/>
                </a:lnTo>
                <a:lnTo>
                  <a:pt x="20929" y="18641"/>
                </a:lnTo>
                <a:lnTo>
                  <a:pt x="4967" y="26789"/>
                </a:lnTo>
                <a:lnTo>
                  <a:pt x="4744" y="26622"/>
                </a:lnTo>
                <a:lnTo>
                  <a:pt x="4465" y="26566"/>
                </a:lnTo>
                <a:lnTo>
                  <a:pt x="4242" y="26622"/>
                </a:lnTo>
                <a:lnTo>
                  <a:pt x="4018" y="26734"/>
                </a:lnTo>
                <a:lnTo>
                  <a:pt x="0" y="24948"/>
                </a:lnTo>
                <a:lnTo>
                  <a:pt x="0" y="25171"/>
                </a:lnTo>
                <a:lnTo>
                  <a:pt x="3851" y="26901"/>
                </a:lnTo>
                <a:lnTo>
                  <a:pt x="3795" y="27068"/>
                </a:lnTo>
                <a:lnTo>
                  <a:pt x="3795" y="27236"/>
                </a:lnTo>
                <a:lnTo>
                  <a:pt x="3851" y="27515"/>
                </a:lnTo>
                <a:lnTo>
                  <a:pt x="4018" y="27682"/>
                </a:lnTo>
                <a:lnTo>
                  <a:pt x="4186" y="27850"/>
                </a:lnTo>
                <a:lnTo>
                  <a:pt x="4465" y="27906"/>
                </a:lnTo>
                <a:lnTo>
                  <a:pt x="4744" y="27850"/>
                </a:lnTo>
                <a:lnTo>
                  <a:pt x="4911" y="27682"/>
                </a:lnTo>
                <a:lnTo>
                  <a:pt x="5079" y="27515"/>
                </a:lnTo>
                <a:lnTo>
                  <a:pt x="5135" y="27236"/>
                </a:lnTo>
                <a:lnTo>
                  <a:pt x="5079" y="27013"/>
                </a:lnTo>
                <a:lnTo>
                  <a:pt x="20985" y="18808"/>
                </a:lnTo>
                <a:lnTo>
                  <a:pt x="21096" y="18920"/>
                </a:lnTo>
                <a:lnTo>
                  <a:pt x="21264" y="19032"/>
                </a:lnTo>
                <a:lnTo>
                  <a:pt x="21375" y="19088"/>
                </a:lnTo>
                <a:lnTo>
                  <a:pt x="21710" y="19088"/>
                </a:lnTo>
                <a:lnTo>
                  <a:pt x="21878" y="18976"/>
                </a:lnTo>
                <a:lnTo>
                  <a:pt x="38453" y="39458"/>
                </a:lnTo>
                <a:lnTo>
                  <a:pt x="38398" y="39570"/>
                </a:lnTo>
                <a:lnTo>
                  <a:pt x="38398" y="39737"/>
                </a:lnTo>
                <a:lnTo>
                  <a:pt x="38453" y="40016"/>
                </a:lnTo>
                <a:lnTo>
                  <a:pt x="38621" y="40184"/>
                </a:lnTo>
                <a:lnTo>
                  <a:pt x="38788" y="40351"/>
                </a:lnTo>
                <a:lnTo>
                  <a:pt x="39067" y="40407"/>
                </a:lnTo>
                <a:lnTo>
                  <a:pt x="39291" y="40351"/>
                </a:lnTo>
                <a:lnTo>
                  <a:pt x="39514" y="40240"/>
                </a:lnTo>
                <a:lnTo>
                  <a:pt x="39625" y="40072"/>
                </a:lnTo>
                <a:lnTo>
                  <a:pt x="39737" y="39849"/>
                </a:lnTo>
                <a:lnTo>
                  <a:pt x="55699" y="37170"/>
                </a:lnTo>
                <a:lnTo>
                  <a:pt x="55811" y="37282"/>
                </a:lnTo>
                <a:lnTo>
                  <a:pt x="55922" y="37393"/>
                </a:lnTo>
                <a:lnTo>
                  <a:pt x="56090" y="37505"/>
                </a:lnTo>
                <a:lnTo>
                  <a:pt x="56257" y="37505"/>
                </a:lnTo>
                <a:lnTo>
                  <a:pt x="56536" y="37449"/>
                </a:lnTo>
                <a:lnTo>
                  <a:pt x="56704" y="37282"/>
                </a:lnTo>
                <a:lnTo>
                  <a:pt x="56871" y="37114"/>
                </a:lnTo>
                <a:lnTo>
                  <a:pt x="56927" y="36835"/>
                </a:lnTo>
                <a:lnTo>
                  <a:pt x="56871" y="36556"/>
                </a:lnTo>
                <a:lnTo>
                  <a:pt x="73168" y="18529"/>
                </a:lnTo>
                <a:lnTo>
                  <a:pt x="73391" y="18697"/>
                </a:lnTo>
                <a:lnTo>
                  <a:pt x="73670" y="18753"/>
                </a:lnTo>
                <a:lnTo>
                  <a:pt x="73949" y="18697"/>
                </a:lnTo>
                <a:lnTo>
                  <a:pt x="74116" y="18529"/>
                </a:lnTo>
                <a:lnTo>
                  <a:pt x="74284" y="18362"/>
                </a:lnTo>
                <a:lnTo>
                  <a:pt x="74340" y="18083"/>
                </a:lnTo>
                <a:lnTo>
                  <a:pt x="74284" y="17860"/>
                </a:lnTo>
                <a:lnTo>
                  <a:pt x="90246" y="12725"/>
                </a:lnTo>
                <a:lnTo>
                  <a:pt x="90357" y="12893"/>
                </a:lnTo>
                <a:lnTo>
                  <a:pt x="90469" y="13060"/>
                </a:lnTo>
                <a:lnTo>
                  <a:pt x="90636" y="13116"/>
                </a:lnTo>
                <a:lnTo>
                  <a:pt x="90860" y="13172"/>
                </a:lnTo>
                <a:lnTo>
                  <a:pt x="91139" y="13116"/>
                </a:lnTo>
                <a:lnTo>
                  <a:pt x="91362" y="12948"/>
                </a:lnTo>
                <a:lnTo>
                  <a:pt x="107659" y="30082"/>
                </a:lnTo>
                <a:lnTo>
                  <a:pt x="107603" y="30361"/>
                </a:lnTo>
                <a:lnTo>
                  <a:pt x="107659" y="30640"/>
                </a:lnTo>
                <a:lnTo>
                  <a:pt x="107826" y="30808"/>
                </a:lnTo>
                <a:lnTo>
                  <a:pt x="107993" y="30975"/>
                </a:lnTo>
                <a:lnTo>
                  <a:pt x="108272" y="31031"/>
                </a:lnTo>
                <a:lnTo>
                  <a:pt x="108552" y="30975"/>
                </a:lnTo>
                <a:lnTo>
                  <a:pt x="108719" y="30808"/>
                </a:lnTo>
                <a:lnTo>
                  <a:pt x="108886" y="30640"/>
                </a:lnTo>
                <a:lnTo>
                  <a:pt x="108942" y="30361"/>
                </a:lnTo>
                <a:lnTo>
                  <a:pt x="108886" y="30082"/>
                </a:lnTo>
                <a:lnTo>
                  <a:pt x="125127" y="18195"/>
                </a:lnTo>
                <a:lnTo>
                  <a:pt x="125239" y="18362"/>
                </a:lnTo>
                <a:lnTo>
                  <a:pt x="125350" y="18418"/>
                </a:lnTo>
                <a:lnTo>
                  <a:pt x="125518" y="18529"/>
                </a:lnTo>
                <a:lnTo>
                  <a:pt x="125685" y="18529"/>
                </a:lnTo>
                <a:lnTo>
                  <a:pt x="125964" y="18474"/>
                </a:lnTo>
                <a:lnTo>
                  <a:pt x="126132" y="18306"/>
                </a:lnTo>
                <a:lnTo>
                  <a:pt x="126299" y="18139"/>
                </a:lnTo>
                <a:lnTo>
                  <a:pt x="126355" y="17860"/>
                </a:lnTo>
                <a:lnTo>
                  <a:pt x="126355" y="17804"/>
                </a:lnTo>
                <a:lnTo>
                  <a:pt x="142205" y="16130"/>
                </a:lnTo>
                <a:lnTo>
                  <a:pt x="142261" y="16409"/>
                </a:lnTo>
                <a:lnTo>
                  <a:pt x="142429" y="16576"/>
                </a:lnTo>
                <a:lnTo>
                  <a:pt x="142652" y="16688"/>
                </a:lnTo>
                <a:lnTo>
                  <a:pt x="142875" y="16743"/>
                </a:lnTo>
                <a:lnTo>
                  <a:pt x="143154" y="16688"/>
                </a:lnTo>
                <a:lnTo>
                  <a:pt x="143321" y="16520"/>
                </a:lnTo>
                <a:lnTo>
                  <a:pt x="143489" y="16353"/>
                </a:lnTo>
                <a:lnTo>
                  <a:pt x="143545" y="16074"/>
                </a:lnTo>
                <a:lnTo>
                  <a:pt x="143489" y="15906"/>
                </a:lnTo>
                <a:lnTo>
                  <a:pt x="143433" y="15683"/>
                </a:lnTo>
                <a:lnTo>
                  <a:pt x="159786" y="1061"/>
                </a:lnTo>
                <a:lnTo>
                  <a:pt x="160009" y="1284"/>
                </a:lnTo>
                <a:lnTo>
                  <a:pt x="160120" y="1340"/>
                </a:lnTo>
                <a:lnTo>
                  <a:pt x="160288" y="1340"/>
                </a:lnTo>
                <a:lnTo>
                  <a:pt x="160511" y="1284"/>
                </a:lnTo>
                <a:lnTo>
                  <a:pt x="160679" y="1228"/>
                </a:lnTo>
                <a:lnTo>
                  <a:pt x="160790" y="1117"/>
                </a:lnTo>
                <a:lnTo>
                  <a:pt x="160902" y="949"/>
                </a:lnTo>
                <a:lnTo>
                  <a:pt x="177031" y="6530"/>
                </a:lnTo>
                <a:lnTo>
                  <a:pt x="177031" y="6698"/>
                </a:lnTo>
                <a:lnTo>
                  <a:pt x="177087" y="6977"/>
                </a:lnTo>
                <a:lnTo>
                  <a:pt x="177254" y="7144"/>
                </a:lnTo>
                <a:lnTo>
                  <a:pt x="177422" y="7312"/>
                </a:lnTo>
                <a:lnTo>
                  <a:pt x="177701" y="7367"/>
                </a:lnTo>
                <a:lnTo>
                  <a:pt x="177868" y="7367"/>
                </a:lnTo>
                <a:lnTo>
                  <a:pt x="178036" y="7256"/>
                </a:lnTo>
                <a:lnTo>
                  <a:pt x="194388" y="25450"/>
                </a:lnTo>
                <a:lnTo>
                  <a:pt x="194277" y="25673"/>
                </a:lnTo>
                <a:lnTo>
                  <a:pt x="194221" y="25896"/>
                </a:lnTo>
                <a:lnTo>
                  <a:pt x="194277" y="26175"/>
                </a:lnTo>
                <a:lnTo>
                  <a:pt x="194444" y="26343"/>
                </a:lnTo>
                <a:lnTo>
                  <a:pt x="194611" y="26510"/>
                </a:lnTo>
                <a:lnTo>
                  <a:pt x="194890" y="26566"/>
                </a:lnTo>
                <a:lnTo>
                  <a:pt x="195058" y="26566"/>
                </a:lnTo>
                <a:lnTo>
                  <a:pt x="195169" y="26510"/>
                </a:lnTo>
                <a:lnTo>
                  <a:pt x="195337" y="26399"/>
                </a:lnTo>
                <a:lnTo>
                  <a:pt x="195449" y="26287"/>
                </a:lnTo>
                <a:lnTo>
                  <a:pt x="211410" y="32538"/>
                </a:lnTo>
                <a:lnTo>
                  <a:pt x="211410" y="32594"/>
                </a:lnTo>
                <a:lnTo>
                  <a:pt x="211466" y="32873"/>
                </a:lnTo>
                <a:lnTo>
                  <a:pt x="211634" y="33040"/>
                </a:lnTo>
                <a:lnTo>
                  <a:pt x="211801" y="33208"/>
                </a:lnTo>
                <a:lnTo>
                  <a:pt x="212080" y="33263"/>
                </a:lnTo>
                <a:lnTo>
                  <a:pt x="212359" y="33208"/>
                </a:lnTo>
                <a:lnTo>
                  <a:pt x="212527" y="33040"/>
                </a:lnTo>
                <a:lnTo>
                  <a:pt x="212694" y="32873"/>
                </a:lnTo>
                <a:lnTo>
                  <a:pt x="212750" y="32594"/>
                </a:lnTo>
                <a:lnTo>
                  <a:pt x="212750" y="32538"/>
                </a:lnTo>
                <a:lnTo>
                  <a:pt x="229214" y="22994"/>
                </a:lnTo>
                <a:lnTo>
                  <a:pt x="229437" y="23162"/>
                </a:lnTo>
                <a:lnTo>
                  <a:pt x="229716" y="23217"/>
                </a:lnTo>
                <a:lnTo>
                  <a:pt x="229995" y="23162"/>
                </a:lnTo>
                <a:lnTo>
                  <a:pt x="230163" y="22994"/>
                </a:lnTo>
                <a:lnTo>
                  <a:pt x="230330" y="22827"/>
                </a:lnTo>
                <a:lnTo>
                  <a:pt x="230386" y="22548"/>
                </a:lnTo>
                <a:lnTo>
                  <a:pt x="230386" y="22492"/>
                </a:lnTo>
                <a:lnTo>
                  <a:pt x="246180" y="16297"/>
                </a:lnTo>
                <a:lnTo>
                  <a:pt x="246404" y="16464"/>
                </a:lnTo>
                <a:lnTo>
                  <a:pt x="246683" y="16520"/>
                </a:lnTo>
                <a:lnTo>
                  <a:pt x="246962" y="16464"/>
                </a:lnTo>
                <a:lnTo>
                  <a:pt x="247129" y="16297"/>
                </a:lnTo>
                <a:lnTo>
                  <a:pt x="247297" y="16130"/>
                </a:lnTo>
                <a:lnTo>
                  <a:pt x="247352" y="15851"/>
                </a:lnTo>
                <a:lnTo>
                  <a:pt x="247297" y="15683"/>
                </a:lnTo>
                <a:lnTo>
                  <a:pt x="263761" y="1507"/>
                </a:lnTo>
                <a:lnTo>
                  <a:pt x="263872" y="1619"/>
                </a:lnTo>
                <a:lnTo>
                  <a:pt x="264040" y="1730"/>
                </a:lnTo>
                <a:lnTo>
                  <a:pt x="264151" y="1786"/>
                </a:lnTo>
                <a:lnTo>
                  <a:pt x="264319" y="1786"/>
                </a:lnTo>
                <a:lnTo>
                  <a:pt x="264542" y="1730"/>
                </a:lnTo>
                <a:lnTo>
                  <a:pt x="264765" y="1619"/>
                </a:lnTo>
                <a:lnTo>
                  <a:pt x="264877" y="1451"/>
                </a:lnTo>
                <a:lnTo>
                  <a:pt x="264988" y="1228"/>
                </a:lnTo>
                <a:lnTo>
                  <a:pt x="280839" y="3237"/>
                </a:lnTo>
                <a:lnTo>
                  <a:pt x="280839" y="3349"/>
                </a:lnTo>
                <a:lnTo>
                  <a:pt x="280894" y="3628"/>
                </a:lnTo>
                <a:lnTo>
                  <a:pt x="281062" y="3795"/>
                </a:lnTo>
                <a:lnTo>
                  <a:pt x="281229" y="3963"/>
                </a:lnTo>
                <a:lnTo>
                  <a:pt x="281508" y="4019"/>
                </a:lnTo>
                <a:lnTo>
                  <a:pt x="281787" y="3963"/>
                </a:lnTo>
                <a:lnTo>
                  <a:pt x="281955" y="3795"/>
                </a:lnTo>
                <a:lnTo>
                  <a:pt x="282122" y="3628"/>
                </a:lnTo>
                <a:lnTo>
                  <a:pt x="282178" y="3349"/>
                </a:lnTo>
                <a:lnTo>
                  <a:pt x="285750" y="3349"/>
                </a:lnTo>
                <a:lnTo>
                  <a:pt x="285750" y="3126"/>
                </a:lnTo>
                <a:lnTo>
                  <a:pt x="282122" y="3126"/>
                </a:lnTo>
                <a:lnTo>
                  <a:pt x="282067" y="2958"/>
                </a:lnTo>
                <a:lnTo>
                  <a:pt x="281899" y="2791"/>
                </a:lnTo>
                <a:lnTo>
                  <a:pt x="281732" y="2735"/>
                </a:lnTo>
                <a:lnTo>
                  <a:pt x="281508" y="2679"/>
                </a:lnTo>
                <a:lnTo>
                  <a:pt x="281341" y="2679"/>
                </a:lnTo>
                <a:lnTo>
                  <a:pt x="281174" y="2791"/>
                </a:lnTo>
                <a:lnTo>
                  <a:pt x="281006" y="2902"/>
                </a:lnTo>
                <a:lnTo>
                  <a:pt x="280894" y="3014"/>
                </a:lnTo>
                <a:lnTo>
                  <a:pt x="264988" y="1005"/>
                </a:lnTo>
                <a:lnTo>
                  <a:pt x="264877" y="782"/>
                </a:lnTo>
                <a:lnTo>
                  <a:pt x="264765" y="614"/>
                </a:lnTo>
                <a:lnTo>
                  <a:pt x="264542" y="503"/>
                </a:lnTo>
                <a:lnTo>
                  <a:pt x="264319" y="447"/>
                </a:lnTo>
                <a:lnTo>
                  <a:pt x="264040" y="503"/>
                </a:lnTo>
                <a:lnTo>
                  <a:pt x="263872" y="670"/>
                </a:lnTo>
                <a:lnTo>
                  <a:pt x="263705" y="838"/>
                </a:lnTo>
                <a:lnTo>
                  <a:pt x="263649" y="1117"/>
                </a:lnTo>
                <a:lnTo>
                  <a:pt x="263705" y="1284"/>
                </a:lnTo>
                <a:lnTo>
                  <a:pt x="247241" y="15460"/>
                </a:lnTo>
                <a:lnTo>
                  <a:pt x="247129" y="15348"/>
                </a:lnTo>
                <a:lnTo>
                  <a:pt x="246962" y="15237"/>
                </a:lnTo>
                <a:lnTo>
                  <a:pt x="246850" y="15181"/>
                </a:lnTo>
                <a:lnTo>
                  <a:pt x="246683" y="15181"/>
                </a:lnTo>
                <a:lnTo>
                  <a:pt x="246404" y="15237"/>
                </a:lnTo>
                <a:lnTo>
                  <a:pt x="246236" y="15404"/>
                </a:lnTo>
                <a:lnTo>
                  <a:pt x="246069" y="15571"/>
                </a:lnTo>
                <a:lnTo>
                  <a:pt x="246013" y="15851"/>
                </a:lnTo>
                <a:lnTo>
                  <a:pt x="246069" y="16130"/>
                </a:lnTo>
                <a:lnTo>
                  <a:pt x="230330" y="22269"/>
                </a:lnTo>
                <a:lnTo>
                  <a:pt x="230219" y="22101"/>
                </a:lnTo>
                <a:lnTo>
                  <a:pt x="230051" y="21990"/>
                </a:lnTo>
                <a:lnTo>
                  <a:pt x="229884" y="21934"/>
                </a:lnTo>
                <a:lnTo>
                  <a:pt x="229716" y="21878"/>
                </a:lnTo>
                <a:lnTo>
                  <a:pt x="229437" y="21934"/>
                </a:lnTo>
                <a:lnTo>
                  <a:pt x="229270" y="22101"/>
                </a:lnTo>
                <a:lnTo>
                  <a:pt x="229102" y="22269"/>
                </a:lnTo>
                <a:lnTo>
                  <a:pt x="229046" y="22548"/>
                </a:lnTo>
                <a:lnTo>
                  <a:pt x="229102" y="22827"/>
                </a:lnTo>
                <a:lnTo>
                  <a:pt x="212694" y="32315"/>
                </a:lnTo>
                <a:lnTo>
                  <a:pt x="212582" y="32147"/>
                </a:lnTo>
                <a:lnTo>
                  <a:pt x="212415" y="32036"/>
                </a:lnTo>
                <a:lnTo>
                  <a:pt x="212248" y="31924"/>
                </a:lnTo>
                <a:lnTo>
                  <a:pt x="212080" y="31924"/>
                </a:lnTo>
                <a:lnTo>
                  <a:pt x="211913" y="31980"/>
                </a:lnTo>
                <a:lnTo>
                  <a:pt x="211745" y="32036"/>
                </a:lnTo>
                <a:lnTo>
                  <a:pt x="211578" y="32147"/>
                </a:lnTo>
                <a:lnTo>
                  <a:pt x="211466" y="32315"/>
                </a:lnTo>
                <a:lnTo>
                  <a:pt x="195504" y="26120"/>
                </a:lnTo>
                <a:lnTo>
                  <a:pt x="195560" y="25896"/>
                </a:lnTo>
                <a:lnTo>
                  <a:pt x="195504" y="25617"/>
                </a:lnTo>
                <a:lnTo>
                  <a:pt x="195337" y="25450"/>
                </a:lnTo>
                <a:lnTo>
                  <a:pt x="195169" y="25282"/>
                </a:lnTo>
                <a:lnTo>
                  <a:pt x="194890" y="25227"/>
                </a:lnTo>
                <a:lnTo>
                  <a:pt x="194723" y="25227"/>
                </a:lnTo>
                <a:lnTo>
                  <a:pt x="194556" y="25338"/>
                </a:lnTo>
                <a:lnTo>
                  <a:pt x="178203" y="7144"/>
                </a:lnTo>
                <a:lnTo>
                  <a:pt x="178315" y="6921"/>
                </a:lnTo>
                <a:lnTo>
                  <a:pt x="178371" y="6698"/>
                </a:lnTo>
                <a:lnTo>
                  <a:pt x="178315" y="6419"/>
                </a:lnTo>
                <a:lnTo>
                  <a:pt x="178147" y="6251"/>
                </a:lnTo>
                <a:lnTo>
                  <a:pt x="177980" y="6084"/>
                </a:lnTo>
                <a:lnTo>
                  <a:pt x="177701" y="6028"/>
                </a:lnTo>
                <a:lnTo>
                  <a:pt x="177533" y="6028"/>
                </a:lnTo>
                <a:lnTo>
                  <a:pt x="177366" y="6084"/>
                </a:lnTo>
                <a:lnTo>
                  <a:pt x="177254" y="6195"/>
                </a:lnTo>
                <a:lnTo>
                  <a:pt x="177143" y="6307"/>
                </a:lnTo>
                <a:lnTo>
                  <a:pt x="160958" y="726"/>
                </a:lnTo>
                <a:lnTo>
                  <a:pt x="160958" y="670"/>
                </a:lnTo>
                <a:lnTo>
                  <a:pt x="160902" y="391"/>
                </a:lnTo>
                <a:lnTo>
                  <a:pt x="160734" y="224"/>
                </a:lnTo>
                <a:lnTo>
                  <a:pt x="160567" y="56"/>
                </a:lnTo>
                <a:lnTo>
                  <a:pt x="160288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7"/>
          <p:cNvSpPr txBox="1">
            <a:spLocks noGrp="1"/>
          </p:cNvSpPr>
          <p:nvPr>
            <p:ph type="title"/>
          </p:nvPr>
        </p:nvSpPr>
        <p:spPr>
          <a:xfrm>
            <a:off x="739675" y="401250"/>
            <a:ext cx="76860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7"/>
          <p:cNvSpPr txBox="1">
            <a:spLocks noGrp="1"/>
          </p:cNvSpPr>
          <p:nvPr>
            <p:ph type="body" idx="1"/>
          </p:nvPr>
        </p:nvSpPr>
        <p:spPr>
          <a:xfrm>
            <a:off x="739675" y="1218009"/>
            <a:ext cx="3730800" cy="28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▫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-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-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-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-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-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41" name="Google Shape;441;p7"/>
          <p:cNvSpPr txBox="1">
            <a:spLocks noGrp="1"/>
          </p:cNvSpPr>
          <p:nvPr>
            <p:ph type="body" idx="2"/>
          </p:nvPr>
        </p:nvSpPr>
        <p:spPr>
          <a:xfrm>
            <a:off x="4694997" y="1218009"/>
            <a:ext cx="3730800" cy="28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▫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-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-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-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-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-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42" name="Google Shape;442;p7"/>
          <p:cNvSpPr txBox="1">
            <a:spLocks noGrp="1"/>
          </p:cNvSpPr>
          <p:nvPr>
            <p:ph type="sldNum" idx="12"/>
          </p:nvPr>
        </p:nvSpPr>
        <p:spPr>
          <a:xfrm>
            <a:off x="8586575" y="-11875"/>
            <a:ext cx="557400" cy="54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2"/>
          <p:cNvSpPr txBox="1">
            <a:spLocks noGrp="1"/>
          </p:cNvSpPr>
          <p:nvPr>
            <p:ph type="sldNum" idx="12"/>
          </p:nvPr>
        </p:nvSpPr>
        <p:spPr>
          <a:xfrm>
            <a:off x="8586575" y="-11875"/>
            <a:ext cx="557400" cy="54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graphs">
  <p:cSld name="BLANK_2"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3"/>
          <p:cNvSpPr txBox="1">
            <a:spLocks noGrp="1"/>
          </p:cNvSpPr>
          <p:nvPr>
            <p:ph type="sldNum" idx="12"/>
          </p:nvPr>
        </p:nvSpPr>
        <p:spPr>
          <a:xfrm>
            <a:off x="8586575" y="-11875"/>
            <a:ext cx="557400" cy="54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70" name="Google Shape;670;p13"/>
          <p:cNvGrpSpPr/>
          <p:nvPr/>
        </p:nvGrpSpPr>
        <p:grpSpPr>
          <a:xfrm>
            <a:off x="28550" y="3850565"/>
            <a:ext cx="9094048" cy="1293104"/>
            <a:chOff x="28544" y="3514688"/>
            <a:chExt cx="9094048" cy="1628800"/>
          </a:xfrm>
        </p:grpSpPr>
        <p:sp>
          <p:nvSpPr>
            <p:cNvPr id="671" name="Google Shape;671;p13"/>
            <p:cNvSpPr/>
            <p:nvPr/>
          </p:nvSpPr>
          <p:spPr>
            <a:xfrm>
              <a:off x="300032" y="4491616"/>
              <a:ext cx="228608" cy="651872"/>
            </a:xfrm>
            <a:custGeom>
              <a:avLst/>
              <a:gdLst/>
              <a:ahLst/>
              <a:cxnLst/>
              <a:rect l="l" t="t" r="r" b="b"/>
              <a:pathLst>
                <a:path w="7144" h="20371" extrusionOk="0">
                  <a:moveTo>
                    <a:pt x="0" y="0"/>
                  </a:moveTo>
                  <a:lnTo>
                    <a:pt x="0" y="20371"/>
                  </a:lnTo>
                  <a:lnTo>
                    <a:pt x="7144" y="20371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3"/>
            <p:cNvSpPr/>
            <p:nvPr/>
          </p:nvSpPr>
          <p:spPr>
            <a:xfrm>
              <a:off x="28544" y="4220160"/>
              <a:ext cx="228640" cy="923328"/>
            </a:xfrm>
            <a:custGeom>
              <a:avLst/>
              <a:gdLst/>
              <a:ahLst/>
              <a:cxnLst/>
              <a:rect l="l" t="t" r="r" b="b"/>
              <a:pathLst>
                <a:path w="7145" h="28854" extrusionOk="0">
                  <a:moveTo>
                    <a:pt x="1" y="0"/>
                  </a:moveTo>
                  <a:lnTo>
                    <a:pt x="1" y="28854"/>
                  </a:lnTo>
                  <a:lnTo>
                    <a:pt x="7145" y="28854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3"/>
            <p:cNvSpPr/>
            <p:nvPr/>
          </p:nvSpPr>
          <p:spPr>
            <a:xfrm>
              <a:off x="576832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853664" y="4120128"/>
              <a:ext cx="230400" cy="1023360"/>
            </a:xfrm>
            <a:custGeom>
              <a:avLst/>
              <a:gdLst/>
              <a:ahLst/>
              <a:cxnLst/>
              <a:rect l="l" t="t" r="r" b="b"/>
              <a:pathLst>
                <a:path w="7200" h="31980" extrusionOk="0">
                  <a:moveTo>
                    <a:pt x="0" y="1"/>
                  </a:moveTo>
                  <a:lnTo>
                    <a:pt x="0" y="31980"/>
                  </a:lnTo>
                  <a:lnTo>
                    <a:pt x="7200" y="3198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1130496" y="4627328"/>
              <a:ext cx="230400" cy="516160"/>
            </a:xfrm>
            <a:custGeom>
              <a:avLst/>
              <a:gdLst/>
              <a:ahLst/>
              <a:cxnLst/>
              <a:rect l="l" t="t" r="r" b="b"/>
              <a:pathLst>
                <a:path w="7200" h="16130" extrusionOk="0">
                  <a:moveTo>
                    <a:pt x="0" y="1"/>
                  </a:moveTo>
                  <a:lnTo>
                    <a:pt x="0" y="16130"/>
                  </a:lnTo>
                  <a:lnTo>
                    <a:pt x="7200" y="1613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1409088" y="3821888"/>
              <a:ext cx="228640" cy="1321600"/>
            </a:xfrm>
            <a:custGeom>
              <a:avLst/>
              <a:gdLst/>
              <a:ahLst/>
              <a:cxnLst/>
              <a:rect l="l" t="t" r="r" b="b"/>
              <a:pathLst>
                <a:path w="7145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144" y="41300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1685920" y="4175488"/>
              <a:ext cx="230400" cy="968000"/>
            </a:xfrm>
            <a:custGeom>
              <a:avLst/>
              <a:gdLst/>
              <a:ahLst/>
              <a:cxnLst/>
              <a:rect l="l" t="t" r="r" b="b"/>
              <a:pathLst>
                <a:path w="7200" h="30250" extrusionOk="0">
                  <a:moveTo>
                    <a:pt x="0" y="1"/>
                  </a:moveTo>
                  <a:lnTo>
                    <a:pt x="0" y="30250"/>
                  </a:lnTo>
                  <a:lnTo>
                    <a:pt x="7200" y="3025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1962720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3"/>
            <p:cNvSpPr/>
            <p:nvPr/>
          </p:nvSpPr>
          <p:spPr>
            <a:xfrm>
              <a:off x="2239552" y="4355872"/>
              <a:ext cx="230400" cy="787616"/>
            </a:xfrm>
            <a:custGeom>
              <a:avLst/>
              <a:gdLst/>
              <a:ahLst/>
              <a:cxnLst/>
              <a:rect l="l" t="t" r="r" b="b"/>
              <a:pathLst>
                <a:path w="7200" h="24613" extrusionOk="0">
                  <a:moveTo>
                    <a:pt x="0" y="1"/>
                  </a:moveTo>
                  <a:lnTo>
                    <a:pt x="0" y="24613"/>
                  </a:lnTo>
                  <a:lnTo>
                    <a:pt x="7200" y="24613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3"/>
            <p:cNvSpPr/>
            <p:nvPr/>
          </p:nvSpPr>
          <p:spPr>
            <a:xfrm>
              <a:off x="2516384" y="3821888"/>
              <a:ext cx="230400" cy="1321600"/>
            </a:xfrm>
            <a:custGeom>
              <a:avLst/>
              <a:gdLst/>
              <a:ahLst/>
              <a:cxnLst/>
              <a:rect l="l" t="t" r="r" b="b"/>
              <a:pathLst>
                <a:path w="7200" h="41300" extrusionOk="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3"/>
            <p:cNvSpPr/>
            <p:nvPr/>
          </p:nvSpPr>
          <p:spPr>
            <a:xfrm>
              <a:off x="2794976" y="4175488"/>
              <a:ext cx="228640" cy="968000"/>
            </a:xfrm>
            <a:custGeom>
              <a:avLst/>
              <a:gdLst/>
              <a:ahLst/>
              <a:cxnLst/>
              <a:rect l="l" t="t" r="r" b="b"/>
              <a:pathLst>
                <a:path w="7145" h="30250" extrusionOk="0">
                  <a:moveTo>
                    <a:pt x="1" y="1"/>
                  </a:moveTo>
                  <a:lnTo>
                    <a:pt x="1" y="30250"/>
                  </a:lnTo>
                  <a:lnTo>
                    <a:pt x="7144" y="3025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3"/>
            <p:cNvSpPr/>
            <p:nvPr/>
          </p:nvSpPr>
          <p:spPr>
            <a:xfrm>
              <a:off x="3071808" y="3659360"/>
              <a:ext cx="230400" cy="1484128"/>
            </a:xfrm>
            <a:custGeom>
              <a:avLst/>
              <a:gdLst/>
              <a:ahLst/>
              <a:cxnLst/>
              <a:rect l="l" t="t" r="r" b="b"/>
              <a:pathLst>
                <a:path w="7200" h="46379" extrusionOk="0">
                  <a:moveTo>
                    <a:pt x="0" y="1"/>
                  </a:moveTo>
                  <a:lnTo>
                    <a:pt x="0" y="46379"/>
                  </a:lnTo>
                  <a:lnTo>
                    <a:pt x="7200" y="46379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3"/>
            <p:cNvSpPr/>
            <p:nvPr/>
          </p:nvSpPr>
          <p:spPr>
            <a:xfrm>
              <a:off x="3348608" y="3821888"/>
              <a:ext cx="230432" cy="1321600"/>
            </a:xfrm>
            <a:custGeom>
              <a:avLst/>
              <a:gdLst/>
              <a:ahLst/>
              <a:cxnLst/>
              <a:rect l="l" t="t" r="r" b="b"/>
              <a:pathLst>
                <a:path w="7201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3"/>
            <p:cNvSpPr/>
            <p:nvPr/>
          </p:nvSpPr>
          <p:spPr>
            <a:xfrm>
              <a:off x="3625440" y="4220160"/>
              <a:ext cx="230400" cy="923328"/>
            </a:xfrm>
            <a:custGeom>
              <a:avLst/>
              <a:gdLst/>
              <a:ahLst/>
              <a:cxnLst/>
              <a:rect l="l" t="t" r="r" b="b"/>
              <a:pathLst>
                <a:path w="7200" h="28854" extrusionOk="0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3"/>
            <p:cNvSpPr/>
            <p:nvPr/>
          </p:nvSpPr>
          <p:spPr>
            <a:xfrm>
              <a:off x="3904032" y="4491616"/>
              <a:ext cx="228640" cy="651872"/>
            </a:xfrm>
            <a:custGeom>
              <a:avLst/>
              <a:gdLst/>
              <a:ahLst/>
              <a:cxnLst/>
              <a:rect l="l" t="t" r="r" b="b"/>
              <a:pathLst>
                <a:path w="7145" h="20371" extrusionOk="0">
                  <a:moveTo>
                    <a:pt x="1" y="0"/>
                  </a:moveTo>
                  <a:lnTo>
                    <a:pt x="1" y="20371"/>
                  </a:lnTo>
                  <a:lnTo>
                    <a:pt x="7145" y="20371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3"/>
            <p:cNvSpPr/>
            <p:nvPr/>
          </p:nvSpPr>
          <p:spPr>
            <a:xfrm>
              <a:off x="4180864" y="4284448"/>
              <a:ext cx="230432" cy="859040"/>
            </a:xfrm>
            <a:custGeom>
              <a:avLst/>
              <a:gdLst/>
              <a:ahLst/>
              <a:cxnLst/>
              <a:rect l="l" t="t" r="r" b="b"/>
              <a:pathLst>
                <a:path w="7201" h="26845" extrusionOk="0">
                  <a:moveTo>
                    <a:pt x="0" y="0"/>
                  </a:moveTo>
                  <a:lnTo>
                    <a:pt x="0" y="26845"/>
                  </a:lnTo>
                  <a:lnTo>
                    <a:pt x="7200" y="26845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3"/>
            <p:cNvSpPr/>
            <p:nvPr/>
          </p:nvSpPr>
          <p:spPr>
            <a:xfrm>
              <a:off x="4457696" y="4004032"/>
              <a:ext cx="230400" cy="1139456"/>
            </a:xfrm>
            <a:custGeom>
              <a:avLst/>
              <a:gdLst/>
              <a:ahLst/>
              <a:cxnLst/>
              <a:rect l="l" t="t" r="r" b="b"/>
              <a:pathLst>
                <a:path w="7200" h="35608" extrusionOk="0">
                  <a:moveTo>
                    <a:pt x="0" y="1"/>
                  </a:moveTo>
                  <a:lnTo>
                    <a:pt x="0" y="35608"/>
                  </a:lnTo>
                  <a:lnTo>
                    <a:pt x="7200" y="35608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3"/>
            <p:cNvSpPr/>
            <p:nvPr/>
          </p:nvSpPr>
          <p:spPr>
            <a:xfrm>
              <a:off x="4734496" y="3821888"/>
              <a:ext cx="230432" cy="1321600"/>
            </a:xfrm>
            <a:custGeom>
              <a:avLst/>
              <a:gdLst/>
              <a:ahLst/>
              <a:cxnLst/>
              <a:rect l="l" t="t" r="r" b="b"/>
              <a:pathLst>
                <a:path w="7201" h="41300" extrusionOk="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3"/>
            <p:cNvSpPr/>
            <p:nvPr/>
          </p:nvSpPr>
          <p:spPr>
            <a:xfrm>
              <a:off x="5011328" y="3514688"/>
              <a:ext cx="230400" cy="1628800"/>
            </a:xfrm>
            <a:custGeom>
              <a:avLst/>
              <a:gdLst/>
              <a:ahLst/>
              <a:cxnLst/>
              <a:rect l="l" t="t" r="r" b="b"/>
              <a:pathLst>
                <a:path w="7200" h="50900" extrusionOk="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3"/>
            <p:cNvSpPr/>
            <p:nvPr/>
          </p:nvSpPr>
          <p:spPr>
            <a:xfrm>
              <a:off x="5289920" y="3939744"/>
              <a:ext cx="228640" cy="1203744"/>
            </a:xfrm>
            <a:custGeom>
              <a:avLst/>
              <a:gdLst/>
              <a:ahLst/>
              <a:cxnLst/>
              <a:rect l="l" t="t" r="r" b="b"/>
              <a:pathLst>
                <a:path w="7145" h="37617" extrusionOk="0">
                  <a:moveTo>
                    <a:pt x="1" y="1"/>
                  </a:moveTo>
                  <a:lnTo>
                    <a:pt x="1" y="37617"/>
                  </a:lnTo>
                  <a:lnTo>
                    <a:pt x="7145" y="37617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5566752" y="3704000"/>
              <a:ext cx="230432" cy="1439488"/>
            </a:xfrm>
            <a:custGeom>
              <a:avLst/>
              <a:gdLst/>
              <a:ahLst/>
              <a:cxnLst/>
              <a:rect l="l" t="t" r="r" b="b"/>
              <a:pathLst>
                <a:path w="7201" h="44984" extrusionOk="0">
                  <a:moveTo>
                    <a:pt x="0" y="1"/>
                  </a:moveTo>
                  <a:lnTo>
                    <a:pt x="0" y="44984"/>
                  </a:lnTo>
                  <a:lnTo>
                    <a:pt x="7200" y="44984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5843584" y="3821888"/>
              <a:ext cx="230400" cy="1321600"/>
            </a:xfrm>
            <a:custGeom>
              <a:avLst/>
              <a:gdLst/>
              <a:ahLst/>
              <a:cxnLst/>
              <a:rect l="l" t="t" r="r" b="b"/>
              <a:pathLst>
                <a:path w="7200" h="41300" extrusionOk="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6120384" y="4329088"/>
              <a:ext cx="230432" cy="814400"/>
            </a:xfrm>
            <a:custGeom>
              <a:avLst/>
              <a:gdLst/>
              <a:ahLst/>
              <a:cxnLst/>
              <a:rect l="l" t="t" r="r" b="b"/>
              <a:pathLst>
                <a:path w="7201" h="25450" extrusionOk="0">
                  <a:moveTo>
                    <a:pt x="1" y="0"/>
                  </a:moveTo>
                  <a:lnTo>
                    <a:pt x="1" y="25450"/>
                  </a:lnTo>
                  <a:lnTo>
                    <a:pt x="7200" y="2545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6399008" y="4120128"/>
              <a:ext cx="228608" cy="1023360"/>
            </a:xfrm>
            <a:custGeom>
              <a:avLst/>
              <a:gdLst/>
              <a:ahLst/>
              <a:cxnLst/>
              <a:rect l="l" t="t" r="r" b="b"/>
              <a:pathLst>
                <a:path w="7144" h="31980" extrusionOk="0">
                  <a:moveTo>
                    <a:pt x="0" y="1"/>
                  </a:moveTo>
                  <a:lnTo>
                    <a:pt x="0" y="31980"/>
                  </a:lnTo>
                  <a:lnTo>
                    <a:pt x="7144" y="3198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6675808" y="4538048"/>
              <a:ext cx="230432" cy="605440"/>
            </a:xfrm>
            <a:custGeom>
              <a:avLst/>
              <a:gdLst/>
              <a:ahLst/>
              <a:cxnLst/>
              <a:rect l="l" t="t" r="r" b="b"/>
              <a:pathLst>
                <a:path w="7201" h="18920" extrusionOk="0">
                  <a:moveTo>
                    <a:pt x="1" y="0"/>
                  </a:moveTo>
                  <a:lnTo>
                    <a:pt x="1" y="18920"/>
                  </a:lnTo>
                  <a:lnTo>
                    <a:pt x="7200" y="1892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6952640" y="3939744"/>
              <a:ext cx="230432" cy="1203744"/>
            </a:xfrm>
            <a:custGeom>
              <a:avLst/>
              <a:gdLst/>
              <a:ahLst/>
              <a:cxnLst/>
              <a:rect l="l" t="t" r="r" b="b"/>
              <a:pathLst>
                <a:path w="7201" h="37617" extrusionOk="0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7229472" y="4220160"/>
              <a:ext cx="230400" cy="923328"/>
            </a:xfrm>
            <a:custGeom>
              <a:avLst/>
              <a:gdLst/>
              <a:ahLst/>
              <a:cxnLst/>
              <a:rect l="l" t="t" r="r" b="b"/>
              <a:pathLst>
                <a:path w="7200" h="28854" extrusionOk="0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7506272" y="3768288"/>
              <a:ext cx="230432" cy="1375200"/>
            </a:xfrm>
            <a:custGeom>
              <a:avLst/>
              <a:gdLst/>
              <a:ahLst/>
              <a:cxnLst/>
              <a:rect l="l" t="t" r="r" b="b"/>
              <a:pathLst>
                <a:path w="7201" h="42975" extrusionOk="0">
                  <a:moveTo>
                    <a:pt x="1" y="1"/>
                  </a:moveTo>
                  <a:lnTo>
                    <a:pt x="1" y="42975"/>
                  </a:lnTo>
                  <a:lnTo>
                    <a:pt x="7200" y="42975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7784896" y="4004032"/>
              <a:ext cx="228608" cy="1139456"/>
            </a:xfrm>
            <a:custGeom>
              <a:avLst/>
              <a:gdLst/>
              <a:ahLst/>
              <a:cxnLst/>
              <a:rect l="l" t="t" r="r" b="b"/>
              <a:pathLst>
                <a:path w="7144" h="35608" extrusionOk="0">
                  <a:moveTo>
                    <a:pt x="0" y="1"/>
                  </a:moveTo>
                  <a:lnTo>
                    <a:pt x="0" y="35608"/>
                  </a:lnTo>
                  <a:lnTo>
                    <a:pt x="7144" y="3560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8061696" y="3596864"/>
              <a:ext cx="230432" cy="1546624"/>
            </a:xfrm>
            <a:custGeom>
              <a:avLst/>
              <a:gdLst/>
              <a:ahLst/>
              <a:cxnLst/>
              <a:rect l="l" t="t" r="r" b="b"/>
              <a:pathLst>
                <a:path w="7201" h="48332" extrusionOk="0">
                  <a:moveTo>
                    <a:pt x="1" y="0"/>
                  </a:moveTo>
                  <a:lnTo>
                    <a:pt x="1" y="48332"/>
                  </a:lnTo>
                  <a:lnTo>
                    <a:pt x="7200" y="48332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8338528" y="3514688"/>
              <a:ext cx="230400" cy="1628800"/>
            </a:xfrm>
            <a:custGeom>
              <a:avLst/>
              <a:gdLst/>
              <a:ahLst/>
              <a:cxnLst/>
              <a:rect l="l" t="t" r="r" b="b"/>
              <a:pathLst>
                <a:path w="7200" h="50900" extrusionOk="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8615360" y="3939744"/>
              <a:ext cx="230400" cy="1203744"/>
            </a:xfrm>
            <a:custGeom>
              <a:avLst/>
              <a:gdLst/>
              <a:ahLst/>
              <a:cxnLst/>
              <a:rect l="l" t="t" r="r" b="b"/>
              <a:pathLst>
                <a:path w="7200" h="37617" extrusionOk="0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8893952" y="3596864"/>
              <a:ext cx="228640" cy="1546624"/>
            </a:xfrm>
            <a:custGeom>
              <a:avLst/>
              <a:gdLst/>
              <a:ahLst/>
              <a:cxnLst/>
              <a:rect l="l" t="t" r="r" b="b"/>
              <a:pathLst>
                <a:path w="7145" h="48332" extrusionOk="0">
                  <a:moveTo>
                    <a:pt x="1" y="0"/>
                  </a:moveTo>
                  <a:lnTo>
                    <a:pt x="1" y="48332"/>
                  </a:lnTo>
                  <a:lnTo>
                    <a:pt x="7144" y="48332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4" name="Google Shape;704;p13"/>
          <p:cNvGrpSpPr/>
          <p:nvPr/>
        </p:nvGrpSpPr>
        <p:grpSpPr>
          <a:xfrm>
            <a:off x="28550" y="4360998"/>
            <a:ext cx="9094048" cy="782671"/>
            <a:chOff x="28544" y="4157632"/>
            <a:chExt cx="9094048" cy="985856"/>
          </a:xfrm>
        </p:grpSpPr>
        <p:sp>
          <p:nvSpPr>
            <p:cNvPr id="705" name="Google Shape;705;p13"/>
            <p:cNvSpPr/>
            <p:nvPr/>
          </p:nvSpPr>
          <p:spPr>
            <a:xfrm>
              <a:off x="435744" y="4782720"/>
              <a:ext cx="92896" cy="360768"/>
            </a:xfrm>
            <a:custGeom>
              <a:avLst/>
              <a:gdLst/>
              <a:ahLst/>
              <a:cxnLst/>
              <a:rect l="l" t="t" r="r" b="b"/>
              <a:pathLst>
                <a:path w="2903" h="11274" extrusionOk="0">
                  <a:moveTo>
                    <a:pt x="1" y="0"/>
                  </a:moveTo>
                  <a:lnTo>
                    <a:pt x="1" y="11274"/>
                  </a:lnTo>
                  <a:lnTo>
                    <a:pt x="2903" y="11274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300032" y="4638048"/>
              <a:ext cx="92896" cy="505440"/>
            </a:xfrm>
            <a:custGeom>
              <a:avLst/>
              <a:gdLst/>
              <a:ahLst/>
              <a:cxnLst/>
              <a:rect l="l" t="t" r="r" b="b"/>
              <a:pathLst>
                <a:path w="2903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02" y="15795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164288" y="4571968"/>
              <a:ext cx="92896" cy="571520"/>
            </a:xfrm>
            <a:custGeom>
              <a:avLst/>
              <a:gdLst/>
              <a:ahLst/>
              <a:cxnLst/>
              <a:rect l="l" t="t" r="r" b="b"/>
              <a:pathLst>
                <a:path w="2903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03" y="17860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28544" y="4739840"/>
              <a:ext cx="92928" cy="403648"/>
            </a:xfrm>
            <a:custGeom>
              <a:avLst/>
              <a:gdLst/>
              <a:ahLst/>
              <a:cxnLst/>
              <a:rect l="l" t="t" r="r" b="b"/>
              <a:pathLst>
                <a:path w="2904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03" y="12614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712576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576832" y="4752352"/>
              <a:ext cx="94688" cy="391136"/>
            </a:xfrm>
            <a:custGeom>
              <a:avLst/>
              <a:gdLst/>
              <a:ahLst/>
              <a:cxnLst/>
              <a:rect l="l" t="t" r="r" b="b"/>
              <a:pathLst>
                <a:path w="2959" h="12223" extrusionOk="0">
                  <a:moveTo>
                    <a:pt x="1" y="1"/>
                  </a:moveTo>
                  <a:lnTo>
                    <a:pt x="1" y="12223"/>
                  </a:lnTo>
                  <a:lnTo>
                    <a:pt x="2959" y="12223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989408" y="4386240"/>
              <a:ext cx="94656" cy="757248"/>
            </a:xfrm>
            <a:custGeom>
              <a:avLst/>
              <a:gdLst/>
              <a:ahLst/>
              <a:cxnLst/>
              <a:rect l="l" t="t" r="r" b="b"/>
              <a:pathLst>
                <a:path w="2958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853664" y="4500544"/>
              <a:ext cx="94688" cy="642944"/>
            </a:xfrm>
            <a:custGeom>
              <a:avLst/>
              <a:gdLst/>
              <a:ahLst/>
              <a:cxnLst/>
              <a:rect l="l" t="t" r="r" b="b"/>
              <a:pathLst>
                <a:path w="2959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2958" y="2009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1266208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1130496" y="4518400"/>
              <a:ext cx="94688" cy="625088"/>
            </a:xfrm>
            <a:custGeom>
              <a:avLst/>
              <a:gdLst/>
              <a:ahLst/>
              <a:cxnLst/>
              <a:rect l="l" t="t" r="r" b="b"/>
              <a:pathLst>
                <a:path w="2959" h="19534" extrusionOk="0">
                  <a:moveTo>
                    <a:pt x="0" y="0"/>
                  </a:moveTo>
                  <a:lnTo>
                    <a:pt x="0" y="19534"/>
                  </a:lnTo>
                  <a:lnTo>
                    <a:pt x="2958" y="1953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1543040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1407296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1821632" y="4457664"/>
              <a:ext cx="92896" cy="685824"/>
            </a:xfrm>
            <a:custGeom>
              <a:avLst/>
              <a:gdLst/>
              <a:ahLst/>
              <a:cxnLst/>
              <a:rect l="l" t="t" r="r" b="b"/>
              <a:pathLst>
                <a:path w="2903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03" y="21432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1685920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2098464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1962720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2375296" y="4711264"/>
              <a:ext cx="94656" cy="432224"/>
            </a:xfrm>
            <a:custGeom>
              <a:avLst/>
              <a:gdLst/>
              <a:ahLst/>
              <a:cxnLst/>
              <a:rect l="l" t="t" r="r" b="b"/>
              <a:pathLst>
                <a:path w="2958" h="13507" extrusionOk="0">
                  <a:moveTo>
                    <a:pt x="0" y="1"/>
                  </a:moveTo>
                  <a:lnTo>
                    <a:pt x="0" y="13507"/>
                  </a:lnTo>
                  <a:lnTo>
                    <a:pt x="2958" y="1350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2239552" y="4536256"/>
              <a:ext cx="94688" cy="607232"/>
            </a:xfrm>
            <a:custGeom>
              <a:avLst/>
              <a:gdLst/>
              <a:ahLst/>
              <a:cxnLst/>
              <a:rect l="l" t="t" r="r" b="b"/>
              <a:pathLst>
                <a:path w="2959" h="18976" extrusionOk="0">
                  <a:moveTo>
                    <a:pt x="0" y="0"/>
                  </a:moveTo>
                  <a:lnTo>
                    <a:pt x="0" y="18976"/>
                  </a:lnTo>
                  <a:lnTo>
                    <a:pt x="2958" y="18976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2652096" y="4704128"/>
              <a:ext cx="94688" cy="439360"/>
            </a:xfrm>
            <a:custGeom>
              <a:avLst/>
              <a:gdLst/>
              <a:ahLst/>
              <a:cxnLst/>
              <a:rect l="l" t="t" r="r" b="b"/>
              <a:pathLst>
                <a:path w="2959" h="13730" extrusionOk="0">
                  <a:moveTo>
                    <a:pt x="1" y="1"/>
                  </a:moveTo>
                  <a:lnTo>
                    <a:pt x="1" y="13730"/>
                  </a:lnTo>
                  <a:lnTo>
                    <a:pt x="2959" y="1373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2516384" y="4764864"/>
              <a:ext cx="94688" cy="378624"/>
            </a:xfrm>
            <a:custGeom>
              <a:avLst/>
              <a:gdLst/>
              <a:ahLst/>
              <a:cxnLst/>
              <a:rect l="l" t="t" r="r" b="b"/>
              <a:pathLst>
                <a:path w="2959" h="11832" extrusionOk="0">
                  <a:moveTo>
                    <a:pt x="0" y="0"/>
                  </a:moveTo>
                  <a:lnTo>
                    <a:pt x="0" y="11832"/>
                  </a:lnTo>
                  <a:lnTo>
                    <a:pt x="2958" y="1183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2930720" y="4421952"/>
              <a:ext cx="92896" cy="721536"/>
            </a:xfrm>
            <a:custGeom>
              <a:avLst/>
              <a:gdLst/>
              <a:ahLst/>
              <a:cxnLst/>
              <a:rect l="l" t="t" r="r" b="b"/>
              <a:pathLst>
                <a:path w="2903" h="22548" extrusionOk="0">
                  <a:moveTo>
                    <a:pt x="0" y="1"/>
                  </a:moveTo>
                  <a:lnTo>
                    <a:pt x="0" y="22548"/>
                  </a:lnTo>
                  <a:lnTo>
                    <a:pt x="2902" y="22548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2794976" y="4638048"/>
              <a:ext cx="92896" cy="505440"/>
            </a:xfrm>
            <a:custGeom>
              <a:avLst/>
              <a:gdLst/>
              <a:ahLst/>
              <a:cxnLst/>
              <a:rect l="l" t="t" r="r" b="b"/>
              <a:pathLst>
                <a:path w="2903" h="15795" extrusionOk="0">
                  <a:moveTo>
                    <a:pt x="1" y="1"/>
                  </a:moveTo>
                  <a:lnTo>
                    <a:pt x="1" y="15795"/>
                  </a:lnTo>
                  <a:lnTo>
                    <a:pt x="2903" y="1579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3207520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1" y="0"/>
                  </a:moveTo>
                  <a:lnTo>
                    <a:pt x="1" y="23664"/>
                  </a:lnTo>
                  <a:lnTo>
                    <a:pt x="2959" y="2366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3071808" y="4314784"/>
              <a:ext cx="94688" cy="828704"/>
            </a:xfrm>
            <a:custGeom>
              <a:avLst/>
              <a:gdLst/>
              <a:ahLst/>
              <a:cxnLst/>
              <a:rect l="l" t="t" r="r" b="b"/>
              <a:pathLst>
                <a:path w="2959" h="25897" extrusionOk="0">
                  <a:moveTo>
                    <a:pt x="0" y="1"/>
                  </a:moveTo>
                  <a:lnTo>
                    <a:pt x="0" y="25897"/>
                  </a:lnTo>
                  <a:lnTo>
                    <a:pt x="2958" y="2589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3484352" y="4530912"/>
              <a:ext cx="94688" cy="612576"/>
            </a:xfrm>
            <a:custGeom>
              <a:avLst/>
              <a:gdLst/>
              <a:ahLst/>
              <a:cxnLst/>
              <a:rect l="l" t="t" r="r" b="b"/>
              <a:pathLst>
                <a:path w="2959" h="19143" extrusionOk="0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3348608" y="4314784"/>
              <a:ext cx="94688" cy="828704"/>
            </a:xfrm>
            <a:custGeom>
              <a:avLst/>
              <a:gdLst/>
              <a:ahLst/>
              <a:cxnLst/>
              <a:rect l="l" t="t" r="r" b="b"/>
              <a:pathLst>
                <a:path w="2959" h="25897" extrusionOk="0">
                  <a:moveTo>
                    <a:pt x="1" y="1"/>
                  </a:moveTo>
                  <a:lnTo>
                    <a:pt x="1" y="25897"/>
                  </a:lnTo>
                  <a:lnTo>
                    <a:pt x="2959" y="25897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3761184" y="4739840"/>
              <a:ext cx="94656" cy="403648"/>
            </a:xfrm>
            <a:custGeom>
              <a:avLst/>
              <a:gdLst/>
              <a:ahLst/>
              <a:cxnLst/>
              <a:rect l="l" t="t" r="r" b="b"/>
              <a:pathLst>
                <a:path w="2958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3625440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0" y="1"/>
                  </a:moveTo>
                  <a:lnTo>
                    <a:pt x="0" y="21432"/>
                  </a:lnTo>
                  <a:lnTo>
                    <a:pt x="2958" y="2143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4037984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1" y="1"/>
                  </a:moveTo>
                  <a:lnTo>
                    <a:pt x="1" y="15795"/>
                  </a:lnTo>
                  <a:lnTo>
                    <a:pt x="2959" y="1579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3902272" y="4836288"/>
              <a:ext cx="94656" cy="307200"/>
            </a:xfrm>
            <a:custGeom>
              <a:avLst/>
              <a:gdLst/>
              <a:ahLst/>
              <a:cxnLst/>
              <a:rect l="l" t="t" r="r" b="b"/>
              <a:pathLst>
                <a:path w="2958" h="9600" extrusionOk="0">
                  <a:moveTo>
                    <a:pt x="0" y="1"/>
                  </a:moveTo>
                  <a:lnTo>
                    <a:pt x="0" y="9600"/>
                  </a:lnTo>
                  <a:lnTo>
                    <a:pt x="2958" y="960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4316608" y="4638048"/>
              <a:ext cx="94688" cy="505440"/>
            </a:xfrm>
            <a:custGeom>
              <a:avLst/>
              <a:gdLst/>
              <a:ahLst/>
              <a:cxnLst/>
              <a:rect l="l" t="t" r="r" b="b"/>
              <a:pathLst>
                <a:path w="2959" h="15795" extrusionOk="0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418086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4593408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4457696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4870240" y="4386240"/>
              <a:ext cx="94688" cy="757248"/>
            </a:xfrm>
            <a:custGeom>
              <a:avLst/>
              <a:gdLst/>
              <a:ahLst/>
              <a:cxnLst/>
              <a:rect l="l" t="t" r="r" b="b"/>
              <a:pathLst>
                <a:path w="2959" h="23664" extrusionOk="0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4734496" y="4457664"/>
              <a:ext cx="94688" cy="685824"/>
            </a:xfrm>
            <a:custGeom>
              <a:avLst/>
              <a:gdLst/>
              <a:ahLst/>
              <a:cxnLst/>
              <a:rect l="l" t="t" r="r" b="b"/>
              <a:pathLst>
                <a:path w="2959" h="21432" extrusionOk="0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5147072" y="4157632"/>
              <a:ext cx="94656" cy="985856"/>
            </a:xfrm>
            <a:custGeom>
              <a:avLst/>
              <a:gdLst/>
              <a:ahLst/>
              <a:cxnLst/>
              <a:rect l="l" t="t" r="r" b="b"/>
              <a:pathLst>
                <a:path w="2958" h="30808" extrusionOk="0">
                  <a:moveTo>
                    <a:pt x="0" y="1"/>
                  </a:moveTo>
                  <a:lnTo>
                    <a:pt x="0" y="30808"/>
                  </a:lnTo>
                  <a:lnTo>
                    <a:pt x="2958" y="30808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5011328" y="4229088"/>
              <a:ext cx="94688" cy="914400"/>
            </a:xfrm>
            <a:custGeom>
              <a:avLst/>
              <a:gdLst/>
              <a:ahLst/>
              <a:cxnLst/>
              <a:rect l="l" t="t" r="r" b="b"/>
              <a:pathLst>
                <a:path w="2959" h="28575" extrusionOk="0">
                  <a:moveTo>
                    <a:pt x="0" y="0"/>
                  </a:moveTo>
                  <a:lnTo>
                    <a:pt x="0" y="28575"/>
                  </a:lnTo>
                  <a:lnTo>
                    <a:pt x="2958" y="2857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5425664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5289920" y="4277280"/>
              <a:ext cx="94688" cy="866208"/>
            </a:xfrm>
            <a:custGeom>
              <a:avLst/>
              <a:gdLst/>
              <a:ahLst/>
              <a:cxnLst/>
              <a:rect l="l" t="t" r="r" b="b"/>
              <a:pathLst>
                <a:path w="2959" h="27069" extrusionOk="0">
                  <a:moveTo>
                    <a:pt x="1" y="1"/>
                  </a:moveTo>
                  <a:lnTo>
                    <a:pt x="1" y="27069"/>
                  </a:lnTo>
                  <a:lnTo>
                    <a:pt x="2959" y="2706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5702496" y="4721984"/>
              <a:ext cx="94688" cy="421504"/>
            </a:xfrm>
            <a:custGeom>
              <a:avLst/>
              <a:gdLst/>
              <a:ahLst/>
              <a:cxnLst/>
              <a:rect l="l" t="t" r="r" b="b"/>
              <a:pathLst>
                <a:path w="2959" h="13172" extrusionOk="0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5566752" y="4416608"/>
              <a:ext cx="94688" cy="726880"/>
            </a:xfrm>
            <a:custGeom>
              <a:avLst/>
              <a:gdLst/>
              <a:ahLst/>
              <a:cxnLst/>
              <a:rect l="l" t="t" r="r" b="b"/>
              <a:pathLst>
                <a:path w="2959" h="22715" extrusionOk="0">
                  <a:moveTo>
                    <a:pt x="0" y="0"/>
                  </a:moveTo>
                  <a:lnTo>
                    <a:pt x="0" y="22715"/>
                  </a:lnTo>
                  <a:lnTo>
                    <a:pt x="2958" y="2271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5979296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5843584" y="4813088"/>
              <a:ext cx="94688" cy="330400"/>
            </a:xfrm>
            <a:custGeom>
              <a:avLst/>
              <a:gdLst/>
              <a:ahLst/>
              <a:cxnLst/>
              <a:rect l="l" t="t" r="r" b="b"/>
              <a:pathLst>
                <a:path w="2959" h="10325" extrusionOk="0">
                  <a:moveTo>
                    <a:pt x="0" y="0"/>
                  </a:moveTo>
                  <a:lnTo>
                    <a:pt x="0" y="10325"/>
                  </a:lnTo>
                  <a:lnTo>
                    <a:pt x="2958" y="1032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>
              <a:off x="6256128" y="4807712"/>
              <a:ext cx="94688" cy="335776"/>
            </a:xfrm>
            <a:custGeom>
              <a:avLst/>
              <a:gdLst/>
              <a:ahLst/>
              <a:cxnLst/>
              <a:rect l="l" t="t" r="r" b="b"/>
              <a:pathLst>
                <a:path w="2959" h="10493" extrusionOk="0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>
              <a:off x="61203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>
              <a:off x="6534720" y="4505888"/>
              <a:ext cx="92896" cy="637600"/>
            </a:xfrm>
            <a:custGeom>
              <a:avLst/>
              <a:gdLst/>
              <a:ahLst/>
              <a:cxnLst/>
              <a:rect l="l" t="t" r="r" b="b"/>
              <a:pathLst>
                <a:path w="2903" h="19925" extrusionOk="0">
                  <a:moveTo>
                    <a:pt x="1" y="1"/>
                  </a:moveTo>
                  <a:lnTo>
                    <a:pt x="1" y="19925"/>
                  </a:lnTo>
                  <a:lnTo>
                    <a:pt x="2903" y="1992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>
              <a:off x="6399008" y="4739840"/>
              <a:ext cx="92896" cy="403648"/>
            </a:xfrm>
            <a:custGeom>
              <a:avLst/>
              <a:gdLst/>
              <a:ahLst/>
              <a:cxnLst/>
              <a:rect l="l" t="t" r="r" b="b"/>
              <a:pathLst>
                <a:path w="2903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02" y="12614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3"/>
            <p:cNvSpPr/>
            <p:nvPr/>
          </p:nvSpPr>
          <p:spPr>
            <a:xfrm>
              <a:off x="6811552" y="4807712"/>
              <a:ext cx="94688" cy="335776"/>
            </a:xfrm>
            <a:custGeom>
              <a:avLst/>
              <a:gdLst/>
              <a:ahLst/>
              <a:cxnLst/>
              <a:rect l="l" t="t" r="r" b="b"/>
              <a:pathLst>
                <a:path w="2959" h="10493" extrusionOk="0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3"/>
            <p:cNvSpPr/>
            <p:nvPr/>
          </p:nvSpPr>
          <p:spPr>
            <a:xfrm>
              <a:off x="6675808" y="4614848"/>
              <a:ext cx="94688" cy="528640"/>
            </a:xfrm>
            <a:custGeom>
              <a:avLst/>
              <a:gdLst/>
              <a:ahLst/>
              <a:cxnLst/>
              <a:rect l="l" t="t" r="r" b="b"/>
              <a:pathLst>
                <a:path w="2959" h="16520" extrusionOk="0">
                  <a:moveTo>
                    <a:pt x="1" y="0"/>
                  </a:moveTo>
                  <a:lnTo>
                    <a:pt x="1" y="16520"/>
                  </a:lnTo>
                  <a:lnTo>
                    <a:pt x="2959" y="16520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3"/>
            <p:cNvSpPr/>
            <p:nvPr/>
          </p:nvSpPr>
          <p:spPr>
            <a:xfrm>
              <a:off x="70883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3"/>
            <p:cNvSpPr/>
            <p:nvPr/>
          </p:nvSpPr>
          <p:spPr>
            <a:xfrm>
              <a:off x="6952640" y="4530912"/>
              <a:ext cx="94688" cy="612576"/>
            </a:xfrm>
            <a:custGeom>
              <a:avLst/>
              <a:gdLst/>
              <a:ahLst/>
              <a:cxnLst/>
              <a:rect l="l" t="t" r="r" b="b"/>
              <a:pathLst>
                <a:path w="2959" h="19143" extrusionOk="0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3"/>
            <p:cNvSpPr/>
            <p:nvPr/>
          </p:nvSpPr>
          <p:spPr>
            <a:xfrm>
              <a:off x="7365184" y="4739840"/>
              <a:ext cx="94688" cy="403648"/>
            </a:xfrm>
            <a:custGeom>
              <a:avLst/>
              <a:gdLst/>
              <a:ahLst/>
              <a:cxnLst/>
              <a:rect l="l" t="t" r="r" b="b"/>
              <a:pathLst>
                <a:path w="2959" h="12614" extrusionOk="0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3"/>
            <p:cNvSpPr/>
            <p:nvPr/>
          </p:nvSpPr>
          <p:spPr>
            <a:xfrm>
              <a:off x="7229472" y="4825568"/>
              <a:ext cx="94688" cy="317920"/>
            </a:xfrm>
            <a:custGeom>
              <a:avLst/>
              <a:gdLst/>
              <a:ahLst/>
              <a:cxnLst/>
              <a:rect l="l" t="t" r="r" b="b"/>
              <a:pathLst>
                <a:path w="2959" h="9935" extrusionOk="0">
                  <a:moveTo>
                    <a:pt x="0" y="1"/>
                  </a:moveTo>
                  <a:lnTo>
                    <a:pt x="0" y="9935"/>
                  </a:lnTo>
                  <a:lnTo>
                    <a:pt x="2958" y="993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3"/>
            <p:cNvSpPr/>
            <p:nvPr/>
          </p:nvSpPr>
          <p:spPr>
            <a:xfrm>
              <a:off x="7643808" y="4632704"/>
              <a:ext cx="92896" cy="510784"/>
            </a:xfrm>
            <a:custGeom>
              <a:avLst/>
              <a:gdLst/>
              <a:ahLst/>
              <a:cxnLst/>
              <a:rect l="l" t="t" r="r" b="b"/>
              <a:pathLst>
                <a:path w="2903" h="15962" extrusionOk="0">
                  <a:moveTo>
                    <a:pt x="0" y="0"/>
                  </a:moveTo>
                  <a:lnTo>
                    <a:pt x="0" y="15962"/>
                  </a:lnTo>
                  <a:lnTo>
                    <a:pt x="2902" y="1596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3"/>
            <p:cNvSpPr/>
            <p:nvPr/>
          </p:nvSpPr>
          <p:spPr>
            <a:xfrm>
              <a:off x="7506272" y="4963104"/>
              <a:ext cx="94688" cy="180384"/>
            </a:xfrm>
            <a:custGeom>
              <a:avLst/>
              <a:gdLst/>
              <a:ahLst/>
              <a:cxnLst/>
              <a:rect l="l" t="t" r="r" b="b"/>
              <a:pathLst>
                <a:path w="2959" h="5637" extrusionOk="0">
                  <a:moveTo>
                    <a:pt x="1" y="0"/>
                  </a:moveTo>
                  <a:lnTo>
                    <a:pt x="1" y="5637"/>
                  </a:lnTo>
                  <a:lnTo>
                    <a:pt x="2959" y="5637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3"/>
            <p:cNvSpPr/>
            <p:nvPr/>
          </p:nvSpPr>
          <p:spPr>
            <a:xfrm>
              <a:off x="7920608" y="4909504"/>
              <a:ext cx="94688" cy="233984"/>
            </a:xfrm>
            <a:custGeom>
              <a:avLst/>
              <a:gdLst/>
              <a:ahLst/>
              <a:cxnLst/>
              <a:rect l="l" t="t" r="r" b="b"/>
              <a:pathLst>
                <a:path w="2959" h="7312" extrusionOk="0">
                  <a:moveTo>
                    <a:pt x="1" y="1"/>
                  </a:moveTo>
                  <a:lnTo>
                    <a:pt x="1" y="7312"/>
                  </a:lnTo>
                  <a:lnTo>
                    <a:pt x="2959" y="731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3"/>
            <p:cNvSpPr/>
            <p:nvPr/>
          </p:nvSpPr>
          <p:spPr>
            <a:xfrm>
              <a:off x="7784896" y="4777344"/>
              <a:ext cx="94688" cy="366144"/>
            </a:xfrm>
            <a:custGeom>
              <a:avLst/>
              <a:gdLst/>
              <a:ahLst/>
              <a:cxnLst/>
              <a:rect l="l" t="t" r="r" b="b"/>
              <a:pathLst>
                <a:path w="2959" h="11442" extrusionOk="0">
                  <a:moveTo>
                    <a:pt x="0" y="1"/>
                  </a:moveTo>
                  <a:lnTo>
                    <a:pt x="0" y="11442"/>
                  </a:lnTo>
                  <a:lnTo>
                    <a:pt x="2958" y="1144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3"/>
            <p:cNvSpPr/>
            <p:nvPr/>
          </p:nvSpPr>
          <p:spPr>
            <a:xfrm>
              <a:off x="8197440" y="4571968"/>
              <a:ext cx="94688" cy="571520"/>
            </a:xfrm>
            <a:custGeom>
              <a:avLst/>
              <a:gdLst/>
              <a:ahLst/>
              <a:cxnLst/>
              <a:rect l="l" t="t" r="r" b="b"/>
              <a:pathLst>
                <a:path w="2959" h="17860" extrusionOk="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3"/>
            <p:cNvSpPr/>
            <p:nvPr/>
          </p:nvSpPr>
          <p:spPr>
            <a:xfrm>
              <a:off x="8061696" y="4777344"/>
              <a:ext cx="94688" cy="366144"/>
            </a:xfrm>
            <a:custGeom>
              <a:avLst/>
              <a:gdLst/>
              <a:ahLst/>
              <a:cxnLst/>
              <a:rect l="l" t="t" r="r" b="b"/>
              <a:pathLst>
                <a:path w="2959" h="11442" extrusionOk="0">
                  <a:moveTo>
                    <a:pt x="1" y="1"/>
                  </a:moveTo>
                  <a:lnTo>
                    <a:pt x="1" y="11442"/>
                  </a:lnTo>
                  <a:lnTo>
                    <a:pt x="2959" y="1144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3"/>
            <p:cNvSpPr/>
            <p:nvPr/>
          </p:nvSpPr>
          <p:spPr>
            <a:xfrm>
              <a:off x="8474272" y="4721984"/>
              <a:ext cx="94656" cy="421504"/>
            </a:xfrm>
            <a:custGeom>
              <a:avLst/>
              <a:gdLst/>
              <a:ahLst/>
              <a:cxnLst/>
              <a:rect l="l" t="t" r="r" b="b"/>
              <a:pathLst>
                <a:path w="2958" h="13172" extrusionOk="0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3"/>
            <p:cNvSpPr/>
            <p:nvPr/>
          </p:nvSpPr>
          <p:spPr>
            <a:xfrm>
              <a:off x="8338528" y="4488032"/>
              <a:ext cx="94688" cy="655456"/>
            </a:xfrm>
            <a:custGeom>
              <a:avLst/>
              <a:gdLst/>
              <a:ahLst/>
              <a:cxnLst/>
              <a:rect l="l" t="t" r="r" b="b"/>
              <a:pathLst>
                <a:path w="2959" h="20483" extrusionOk="0">
                  <a:moveTo>
                    <a:pt x="0" y="1"/>
                  </a:moveTo>
                  <a:lnTo>
                    <a:pt x="0" y="20483"/>
                  </a:lnTo>
                  <a:lnTo>
                    <a:pt x="2958" y="2048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3"/>
            <p:cNvSpPr/>
            <p:nvPr/>
          </p:nvSpPr>
          <p:spPr>
            <a:xfrm>
              <a:off x="8751072" y="4409440"/>
              <a:ext cx="94688" cy="734048"/>
            </a:xfrm>
            <a:custGeom>
              <a:avLst/>
              <a:gdLst/>
              <a:ahLst/>
              <a:cxnLst/>
              <a:rect l="l" t="t" r="r" b="b"/>
              <a:pathLst>
                <a:path w="2959" h="22939" extrusionOk="0">
                  <a:moveTo>
                    <a:pt x="1" y="1"/>
                  </a:moveTo>
                  <a:lnTo>
                    <a:pt x="1" y="22939"/>
                  </a:lnTo>
                  <a:lnTo>
                    <a:pt x="2959" y="2293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3"/>
            <p:cNvSpPr/>
            <p:nvPr/>
          </p:nvSpPr>
          <p:spPr>
            <a:xfrm>
              <a:off x="8615360" y="4295168"/>
              <a:ext cx="94688" cy="848320"/>
            </a:xfrm>
            <a:custGeom>
              <a:avLst/>
              <a:gdLst/>
              <a:ahLst/>
              <a:cxnLst/>
              <a:rect l="l" t="t" r="r" b="b"/>
              <a:pathLst>
                <a:path w="2959" h="26510" extrusionOk="0">
                  <a:moveTo>
                    <a:pt x="0" y="0"/>
                  </a:moveTo>
                  <a:lnTo>
                    <a:pt x="0" y="26510"/>
                  </a:lnTo>
                  <a:lnTo>
                    <a:pt x="2958" y="26510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3"/>
            <p:cNvSpPr/>
            <p:nvPr/>
          </p:nvSpPr>
          <p:spPr>
            <a:xfrm>
              <a:off x="9029696" y="4409440"/>
              <a:ext cx="92896" cy="734048"/>
            </a:xfrm>
            <a:custGeom>
              <a:avLst/>
              <a:gdLst/>
              <a:ahLst/>
              <a:cxnLst/>
              <a:rect l="l" t="t" r="r" b="b"/>
              <a:pathLst>
                <a:path w="2903" h="22939" extrusionOk="0">
                  <a:moveTo>
                    <a:pt x="0" y="1"/>
                  </a:moveTo>
                  <a:lnTo>
                    <a:pt x="0" y="22939"/>
                  </a:lnTo>
                  <a:lnTo>
                    <a:pt x="2902" y="22939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>
              <a:off x="8893952" y="4180864"/>
              <a:ext cx="92896" cy="962624"/>
            </a:xfrm>
            <a:custGeom>
              <a:avLst/>
              <a:gdLst/>
              <a:ahLst/>
              <a:cxnLst/>
              <a:rect l="l" t="t" r="r" b="b"/>
              <a:pathLst>
                <a:path w="2903" h="30082" extrusionOk="0">
                  <a:moveTo>
                    <a:pt x="1" y="0"/>
                  </a:moveTo>
                  <a:lnTo>
                    <a:pt x="1" y="30082"/>
                  </a:lnTo>
                  <a:lnTo>
                    <a:pt x="2903" y="30082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1" name="Google Shape;771;p13"/>
          <p:cNvSpPr/>
          <p:nvPr/>
        </p:nvSpPr>
        <p:spPr>
          <a:xfrm>
            <a:off x="0" y="3579000"/>
            <a:ext cx="9144000" cy="1293056"/>
          </a:xfrm>
          <a:custGeom>
            <a:avLst/>
            <a:gdLst/>
            <a:ahLst/>
            <a:cxnLst/>
            <a:rect l="l" t="t" r="r" b="b"/>
            <a:pathLst>
              <a:path w="285750" h="40408" extrusionOk="0">
                <a:moveTo>
                  <a:pt x="160288" y="224"/>
                </a:moveTo>
                <a:lnTo>
                  <a:pt x="160455" y="279"/>
                </a:lnTo>
                <a:lnTo>
                  <a:pt x="160623" y="335"/>
                </a:lnTo>
                <a:lnTo>
                  <a:pt x="160679" y="503"/>
                </a:lnTo>
                <a:lnTo>
                  <a:pt x="160734" y="670"/>
                </a:lnTo>
                <a:lnTo>
                  <a:pt x="160679" y="838"/>
                </a:lnTo>
                <a:lnTo>
                  <a:pt x="160623" y="1005"/>
                </a:lnTo>
                <a:lnTo>
                  <a:pt x="160455" y="1061"/>
                </a:lnTo>
                <a:lnTo>
                  <a:pt x="160288" y="1117"/>
                </a:lnTo>
                <a:lnTo>
                  <a:pt x="160120" y="1061"/>
                </a:lnTo>
                <a:lnTo>
                  <a:pt x="159953" y="1005"/>
                </a:lnTo>
                <a:lnTo>
                  <a:pt x="159897" y="838"/>
                </a:lnTo>
                <a:lnTo>
                  <a:pt x="159841" y="670"/>
                </a:lnTo>
                <a:lnTo>
                  <a:pt x="159897" y="503"/>
                </a:lnTo>
                <a:lnTo>
                  <a:pt x="159953" y="335"/>
                </a:lnTo>
                <a:lnTo>
                  <a:pt x="160120" y="279"/>
                </a:lnTo>
                <a:lnTo>
                  <a:pt x="160288" y="224"/>
                </a:lnTo>
                <a:close/>
                <a:moveTo>
                  <a:pt x="264319" y="670"/>
                </a:moveTo>
                <a:lnTo>
                  <a:pt x="264486" y="726"/>
                </a:lnTo>
                <a:lnTo>
                  <a:pt x="264654" y="782"/>
                </a:lnTo>
                <a:lnTo>
                  <a:pt x="264709" y="949"/>
                </a:lnTo>
                <a:lnTo>
                  <a:pt x="264765" y="1117"/>
                </a:lnTo>
                <a:lnTo>
                  <a:pt x="264709" y="1284"/>
                </a:lnTo>
                <a:lnTo>
                  <a:pt x="264654" y="1451"/>
                </a:lnTo>
                <a:lnTo>
                  <a:pt x="264486" y="1507"/>
                </a:lnTo>
                <a:lnTo>
                  <a:pt x="264319" y="1563"/>
                </a:lnTo>
                <a:lnTo>
                  <a:pt x="264151" y="1507"/>
                </a:lnTo>
                <a:lnTo>
                  <a:pt x="263984" y="1451"/>
                </a:lnTo>
                <a:lnTo>
                  <a:pt x="263928" y="1284"/>
                </a:lnTo>
                <a:lnTo>
                  <a:pt x="263872" y="1117"/>
                </a:lnTo>
                <a:lnTo>
                  <a:pt x="263928" y="949"/>
                </a:lnTo>
                <a:lnTo>
                  <a:pt x="263984" y="782"/>
                </a:lnTo>
                <a:lnTo>
                  <a:pt x="264151" y="726"/>
                </a:lnTo>
                <a:lnTo>
                  <a:pt x="264319" y="670"/>
                </a:lnTo>
                <a:close/>
                <a:moveTo>
                  <a:pt x="281508" y="2902"/>
                </a:moveTo>
                <a:lnTo>
                  <a:pt x="281676" y="2958"/>
                </a:lnTo>
                <a:lnTo>
                  <a:pt x="281843" y="3014"/>
                </a:lnTo>
                <a:lnTo>
                  <a:pt x="281899" y="3182"/>
                </a:lnTo>
                <a:lnTo>
                  <a:pt x="281955" y="3349"/>
                </a:lnTo>
                <a:lnTo>
                  <a:pt x="281899" y="3516"/>
                </a:lnTo>
                <a:lnTo>
                  <a:pt x="281843" y="3684"/>
                </a:lnTo>
                <a:lnTo>
                  <a:pt x="281676" y="3740"/>
                </a:lnTo>
                <a:lnTo>
                  <a:pt x="281508" y="3795"/>
                </a:lnTo>
                <a:lnTo>
                  <a:pt x="281341" y="3740"/>
                </a:lnTo>
                <a:lnTo>
                  <a:pt x="281174" y="3684"/>
                </a:lnTo>
                <a:lnTo>
                  <a:pt x="281118" y="3516"/>
                </a:lnTo>
                <a:lnTo>
                  <a:pt x="281062" y="3349"/>
                </a:lnTo>
                <a:lnTo>
                  <a:pt x="281118" y="3182"/>
                </a:lnTo>
                <a:lnTo>
                  <a:pt x="281174" y="3014"/>
                </a:lnTo>
                <a:lnTo>
                  <a:pt x="281341" y="2958"/>
                </a:lnTo>
                <a:lnTo>
                  <a:pt x="281508" y="2902"/>
                </a:lnTo>
                <a:close/>
                <a:moveTo>
                  <a:pt x="177701" y="6251"/>
                </a:moveTo>
                <a:lnTo>
                  <a:pt x="177868" y="6307"/>
                </a:lnTo>
                <a:lnTo>
                  <a:pt x="178036" y="6363"/>
                </a:lnTo>
                <a:lnTo>
                  <a:pt x="178091" y="6530"/>
                </a:lnTo>
                <a:lnTo>
                  <a:pt x="178147" y="6698"/>
                </a:lnTo>
                <a:lnTo>
                  <a:pt x="178091" y="6865"/>
                </a:lnTo>
                <a:lnTo>
                  <a:pt x="178036" y="7032"/>
                </a:lnTo>
                <a:lnTo>
                  <a:pt x="177868" y="7088"/>
                </a:lnTo>
                <a:lnTo>
                  <a:pt x="177701" y="7144"/>
                </a:lnTo>
                <a:lnTo>
                  <a:pt x="177533" y="7088"/>
                </a:lnTo>
                <a:lnTo>
                  <a:pt x="177366" y="7032"/>
                </a:lnTo>
                <a:lnTo>
                  <a:pt x="177310" y="6865"/>
                </a:lnTo>
                <a:lnTo>
                  <a:pt x="177254" y="6698"/>
                </a:lnTo>
                <a:lnTo>
                  <a:pt x="177310" y="6530"/>
                </a:lnTo>
                <a:lnTo>
                  <a:pt x="177366" y="6363"/>
                </a:lnTo>
                <a:lnTo>
                  <a:pt x="177533" y="6307"/>
                </a:lnTo>
                <a:lnTo>
                  <a:pt x="177701" y="6251"/>
                </a:lnTo>
                <a:close/>
                <a:moveTo>
                  <a:pt x="90860" y="12055"/>
                </a:moveTo>
                <a:lnTo>
                  <a:pt x="91027" y="12111"/>
                </a:lnTo>
                <a:lnTo>
                  <a:pt x="91194" y="12167"/>
                </a:lnTo>
                <a:lnTo>
                  <a:pt x="91250" y="12334"/>
                </a:lnTo>
                <a:lnTo>
                  <a:pt x="91306" y="12502"/>
                </a:lnTo>
                <a:lnTo>
                  <a:pt x="91250" y="12669"/>
                </a:lnTo>
                <a:lnTo>
                  <a:pt x="91194" y="12837"/>
                </a:lnTo>
                <a:lnTo>
                  <a:pt x="91027" y="12893"/>
                </a:lnTo>
                <a:lnTo>
                  <a:pt x="90860" y="12948"/>
                </a:lnTo>
                <a:lnTo>
                  <a:pt x="90692" y="12893"/>
                </a:lnTo>
                <a:lnTo>
                  <a:pt x="90525" y="12837"/>
                </a:lnTo>
                <a:lnTo>
                  <a:pt x="90469" y="12669"/>
                </a:lnTo>
                <a:lnTo>
                  <a:pt x="90413" y="12502"/>
                </a:lnTo>
                <a:lnTo>
                  <a:pt x="90469" y="12334"/>
                </a:lnTo>
                <a:lnTo>
                  <a:pt x="90525" y="12167"/>
                </a:lnTo>
                <a:lnTo>
                  <a:pt x="90692" y="12111"/>
                </a:lnTo>
                <a:lnTo>
                  <a:pt x="90860" y="12055"/>
                </a:lnTo>
                <a:close/>
                <a:moveTo>
                  <a:pt x="246683" y="15404"/>
                </a:moveTo>
                <a:lnTo>
                  <a:pt x="246850" y="15460"/>
                </a:lnTo>
                <a:lnTo>
                  <a:pt x="247017" y="15516"/>
                </a:lnTo>
                <a:lnTo>
                  <a:pt x="247073" y="15683"/>
                </a:lnTo>
                <a:lnTo>
                  <a:pt x="247129" y="15851"/>
                </a:lnTo>
                <a:lnTo>
                  <a:pt x="247073" y="16018"/>
                </a:lnTo>
                <a:lnTo>
                  <a:pt x="247017" y="16185"/>
                </a:lnTo>
                <a:lnTo>
                  <a:pt x="246850" y="16241"/>
                </a:lnTo>
                <a:lnTo>
                  <a:pt x="246683" y="16297"/>
                </a:lnTo>
                <a:lnTo>
                  <a:pt x="246515" y="16241"/>
                </a:lnTo>
                <a:lnTo>
                  <a:pt x="246348" y="16185"/>
                </a:lnTo>
                <a:lnTo>
                  <a:pt x="246292" y="16018"/>
                </a:lnTo>
                <a:lnTo>
                  <a:pt x="246236" y="15851"/>
                </a:lnTo>
                <a:lnTo>
                  <a:pt x="246292" y="15683"/>
                </a:lnTo>
                <a:lnTo>
                  <a:pt x="246348" y="15516"/>
                </a:lnTo>
                <a:lnTo>
                  <a:pt x="246515" y="15460"/>
                </a:lnTo>
                <a:lnTo>
                  <a:pt x="246683" y="15404"/>
                </a:lnTo>
                <a:close/>
                <a:moveTo>
                  <a:pt x="142875" y="15627"/>
                </a:moveTo>
                <a:lnTo>
                  <a:pt x="143042" y="15683"/>
                </a:lnTo>
                <a:lnTo>
                  <a:pt x="143210" y="15739"/>
                </a:lnTo>
                <a:lnTo>
                  <a:pt x="143266" y="15906"/>
                </a:lnTo>
                <a:lnTo>
                  <a:pt x="143321" y="16074"/>
                </a:lnTo>
                <a:lnTo>
                  <a:pt x="143266" y="16241"/>
                </a:lnTo>
                <a:lnTo>
                  <a:pt x="143210" y="16409"/>
                </a:lnTo>
                <a:lnTo>
                  <a:pt x="143042" y="16464"/>
                </a:lnTo>
                <a:lnTo>
                  <a:pt x="142875" y="16520"/>
                </a:lnTo>
                <a:lnTo>
                  <a:pt x="142708" y="16464"/>
                </a:lnTo>
                <a:lnTo>
                  <a:pt x="142540" y="16409"/>
                </a:lnTo>
                <a:lnTo>
                  <a:pt x="142484" y="16241"/>
                </a:lnTo>
                <a:lnTo>
                  <a:pt x="142429" y="16074"/>
                </a:lnTo>
                <a:lnTo>
                  <a:pt x="142484" y="15906"/>
                </a:lnTo>
                <a:lnTo>
                  <a:pt x="142540" y="15739"/>
                </a:lnTo>
                <a:lnTo>
                  <a:pt x="142708" y="15683"/>
                </a:lnTo>
                <a:lnTo>
                  <a:pt x="142875" y="15627"/>
                </a:lnTo>
                <a:close/>
                <a:moveTo>
                  <a:pt x="125685" y="17413"/>
                </a:moveTo>
                <a:lnTo>
                  <a:pt x="125853" y="17469"/>
                </a:lnTo>
                <a:lnTo>
                  <a:pt x="126020" y="17525"/>
                </a:lnTo>
                <a:lnTo>
                  <a:pt x="126076" y="17692"/>
                </a:lnTo>
                <a:lnTo>
                  <a:pt x="126132" y="17860"/>
                </a:lnTo>
                <a:lnTo>
                  <a:pt x="126076" y="18027"/>
                </a:lnTo>
                <a:lnTo>
                  <a:pt x="126020" y="18195"/>
                </a:lnTo>
                <a:lnTo>
                  <a:pt x="125853" y="18250"/>
                </a:lnTo>
                <a:lnTo>
                  <a:pt x="125685" y="18306"/>
                </a:lnTo>
                <a:lnTo>
                  <a:pt x="125518" y="18250"/>
                </a:lnTo>
                <a:lnTo>
                  <a:pt x="125350" y="18195"/>
                </a:lnTo>
                <a:lnTo>
                  <a:pt x="125295" y="18027"/>
                </a:lnTo>
                <a:lnTo>
                  <a:pt x="125239" y="17860"/>
                </a:lnTo>
                <a:lnTo>
                  <a:pt x="125295" y="17692"/>
                </a:lnTo>
                <a:lnTo>
                  <a:pt x="125350" y="17525"/>
                </a:lnTo>
                <a:lnTo>
                  <a:pt x="125518" y="17469"/>
                </a:lnTo>
                <a:lnTo>
                  <a:pt x="125685" y="17413"/>
                </a:lnTo>
                <a:close/>
                <a:moveTo>
                  <a:pt x="73670" y="17636"/>
                </a:moveTo>
                <a:lnTo>
                  <a:pt x="73837" y="17692"/>
                </a:lnTo>
                <a:lnTo>
                  <a:pt x="74005" y="17748"/>
                </a:lnTo>
                <a:lnTo>
                  <a:pt x="74061" y="17915"/>
                </a:lnTo>
                <a:lnTo>
                  <a:pt x="74116" y="18083"/>
                </a:lnTo>
                <a:lnTo>
                  <a:pt x="74061" y="18250"/>
                </a:lnTo>
                <a:lnTo>
                  <a:pt x="74005" y="18418"/>
                </a:lnTo>
                <a:lnTo>
                  <a:pt x="73837" y="18474"/>
                </a:lnTo>
                <a:lnTo>
                  <a:pt x="73670" y="18529"/>
                </a:lnTo>
                <a:lnTo>
                  <a:pt x="73502" y="18474"/>
                </a:lnTo>
                <a:lnTo>
                  <a:pt x="73335" y="18418"/>
                </a:lnTo>
                <a:lnTo>
                  <a:pt x="73279" y="18250"/>
                </a:lnTo>
                <a:lnTo>
                  <a:pt x="73223" y="18083"/>
                </a:lnTo>
                <a:lnTo>
                  <a:pt x="73279" y="17915"/>
                </a:lnTo>
                <a:lnTo>
                  <a:pt x="73335" y="17748"/>
                </a:lnTo>
                <a:lnTo>
                  <a:pt x="73502" y="17692"/>
                </a:lnTo>
                <a:lnTo>
                  <a:pt x="73670" y="17636"/>
                </a:lnTo>
                <a:close/>
                <a:moveTo>
                  <a:pt x="21543" y="17971"/>
                </a:moveTo>
                <a:lnTo>
                  <a:pt x="21710" y="18027"/>
                </a:lnTo>
                <a:lnTo>
                  <a:pt x="21878" y="18083"/>
                </a:lnTo>
                <a:lnTo>
                  <a:pt x="21934" y="18250"/>
                </a:lnTo>
                <a:lnTo>
                  <a:pt x="21989" y="18418"/>
                </a:lnTo>
                <a:lnTo>
                  <a:pt x="21934" y="18585"/>
                </a:lnTo>
                <a:lnTo>
                  <a:pt x="21878" y="18753"/>
                </a:lnTo>
                <a:lnTo>
                  <a:pt x="21710" y="18808"/>
                </a:lnTo>
                <a:lnTo>
                  <a:pt x="21543" y="18864"/>
                </a:lnTo>
                <a:lnTo>
                  <a:pt x="21375" y="18808"/>
                </a:lnTo>
                <a:lnTo>
                  <a:pt x="21208" y="18753"/>
                </a:lnTo>
                <a:lnTo>
                  <a:pt x="21152" y="18585"/>
                </a:lnTo>
                <a:lnTo>
                  <a:pt x="21096" y="18418"/>
                </a:lnTo>
                <a:lnTo>
                  <a:pt x="21152" y="18250"/>
                </a:lnTo>
                <a:lnTo>
                  <a:pt x="21208" y="18083"/>
                </a:lnTo>
                <a:lnTo>
                  <a:pt x="21375" y="18027"/>
                </a:lnTo>
                <a:lnTo>
                  <a:pt x="21543" y="17971"/>
                </a:lnTo>
                <a:close/>
                <a:moveTo>
                  <a:pt x="229716" y="22101"/>
                </a:moveTo>
                <a:lnTo>
                  <a:pt x="229884" y="22157"/>
                </a:lnTo>
                <a:lnTo>
                  <a:pt x="230051" y="22213"/>
                </a:lnTo>
                <a:lnTo>
                  <a:pt x="230107" y="22380"/>
                </a:lnTo>
                <a:lnTo>
                  <a:pt x="230163" y="22548"/>
                </a:lnTo>
                <a:lnTo>
                  <a:pt x="230107" y="22715"/>
                </a:lnTo>
                <a:lnTo>
                  <a:pt x="230051" y="22883"/>
                </a:lnTo>
                <a:lnTo>
                  <a:pt x="229884" y="22938"/>
                </a:lnTo>
                <a:lnTo>
                  <a:pt x="229716" y="22994"/>
                </a:lnTo>
                <a:lnTo>
                  <a:pt x="229549" y="22938"/>
                </a:lnTo>
                <a:lnTo>
                  <a:pt x="229381" y="22883"/>
                </a:lnTo>
                <a:lnTo>
                  <a:pt x="229326" y="22715"/>
                </a:lnTo>
                <a:lnTo>
                  <a:pt x="229270" y="22548"/>
                </a:lnTo>
                <a:lnTo>
                  <a:pt x="229326" y="22380"/>
                </a:lnTo>
                <a:lnTo>
                  <a:pt x="229381" y="22213"/>
                </a:lnTo>
                <a:lnTo>
                  <a:pt x="229549" y="22157"/>
                </a:lnTo>
                <a:lnTo>
                  <a:pt x="229716" y="22101"/>
                </a:lnTo>
                <a:close/>
                <a:moveTo>
                  <a:pt x="194890" y="25450"/>
                </a:moveTo>
                <a:lnTo>
                  <a:pt x="195058" y="25506"/>
                </a:lnTo>
                <a:lnTo>
                  <a:pt x="195225" y="25562"/>
                </a:lnTo>
                <a:lnTo>
                  <a:pt x="195281" y="25729"/>
                </a:lnTo>
                <a:lnTo>
                  <a:pt x="195337" y="25896"/>
                </a:lnTo>
                <a:lnTo>
                  <a:pt x="195281" y="26064"/>
                </a:lnTo>
                <a:lnTo>
                  <a:pt x="195225" y="26231"/>
                </a:lnTo>
                <a:lnTo>
                  <a:pt x="195058" y="26287"/>
                </a:lnTo>
                <a:lnTo>
                  <a:pt x="194890" y="26343"/>
                </a:lnTo>
                <a:lnTo>
                  <a:pt x="194723" y="26287"/>
                </a:lnTo>
                <a:lnTo>
                  <a:pt x="194556" y="26231"/>
                </a:lnTo>
                <a:lnTo>
                  <a:pt x="194500" y="26064"/>
                </a:lnTo>
                <a:lnTo>
                  <a:pt x="194444" y="25896"/>
                </a:lnTo>
                <a:lnTo>
                  <a:pt x="194500" y="25729"/>
                </a:lnTo>
                <a:lnTo>
                  <a:pt x="194556" y="25562"/>
                </a:lnTo>
                <a:lnTo>
                  <a:pt x="194723" y="25506"/>
                </a:lnTo>
                <a:lnTo>
                  <a:pt x="194890" y="25450"/>
                </a:lnTo>
                <a:close/>
                <a:moveTo>
                  <a:pt x="4465" y="26789"/>
                </a:moveTo>
                <a:lnTo>
                  <a:pt x="4632" y="26845"/>
                </a:lnTo>
                <a:lnTo>
                  <a:pt x="4800" y="26901"/>
                </a:lnTo>
                <a:lnTo>
                  <a:pt x="4856" y="27068"/>
                </a:lnTo>
                <a:lnTo>
                  <a:pt x="4911" y="27236"/>
                </a:lnTo>
                <a:lnTo>
                  <a:pt x="4856" y="27403"/>
                </a:lnTo>
                <a:lnTo>
                  <a:pt x="4800" y="27571"/>
                </a:lnTo>
                <a:lnTo>
                  <a:pt x="4632" y="27627"/>
                </a:lnTo>
                <a:lnTo>
                  <a:pt x="4465" y="27682"/>
                </a:lnTo>
                <a:lnTo>
                  <a:pt x="4297" y="27627"/>
                </a:lnTo>
                <a:lnTo>
                  <a:pt x="4130" y="27571"/>
                </a:lnTo>
                <a:lnTo>
                  <a:pt x="4074" y="27403"/>
                </a:lnTo>
                <a:lnTo>
                  <a:pt x="4018" y="27236"/>
                </a:lnTo>
                <a:lnTo>
                  <a:pt x="4074" y="27068"/>
                </a:lnTo>
                <a:lnTo>
                  <a:pt x="4130" y="26901"/>
                </a:lnTo>
                <a:lnTo>
                  <a:pt x="4297" y="26845"/>
                </a:lnTo>
                <a:lnTo>
                  <a:pt x="4465" y="26789"/>
                </a:lnTo>
                <a:close/>
                <a:moveTo>
                  <a:pt x="108272" y="29915"/>
                </a:moveTo>
                <a:lnTo>
                  <a:pt x="108440" y="29971"/>
                </a:lnTo>
                <a:lnTo>
                  <a:pt x="108607" y="30026"/>
                </a:lnTo>
                <a:lnTo>
                  <a:pt x="108663" y="30194"/>
                </a:lnTo>
                <a:lnTo>
                  <a:pt x="108719" y="30361"/>
                </a:lnTo>
                <a:lnTo>
                  <a:pt x="108663" y="30529"/>
                </a:lnTo>
                <a:lnTo>
                  <a:pt x="108607" y="30696"/>
                </a:lnTo>
                <a:lnTo>
                  <a:pt x="108440" y="30752"/>
                </a:lnTo>
                <a:lnTo>
                  <a:pt x="108272" y="30808"/>
                </a:lnTo>
                <a:lnTo>
                  <a:pt x="108105" y="30752"/>
                </a:lnTo>
                <a:lnTo>
                  <a:pt x="107938" y="30696"/>
                </a:lnTo>
                <a:lnTo>
                  <a:pt x="107882" y="30529"/>
                </a:lnTo>
                <a:lnTo>
                  <a:pt x="107826" y="30361"/>
                </a:lnTo>
                <a:lnTo>
                  <a:pt x="107882" y="30194"/>
                </a:lnTo>
                <a:lnTo>
                  <a:pt x="107938" y="30026"/>
                </a:lnTo>
                <a:lnTo>
                  <a:pt x="108105" y="29971"/>
                </a:lnTo>
                <a:lnTo>
                  <a:pt x="108272" y="29915"/>
                </a:lnTo>
                <a:close/>
                <a:moveTo>
                  <a:pt x="212080" y="32147"/>
                </a:moveTo>
                <a:lnTo>
                  <a:pt x="212248" y="32203"/>
                </a:lnTo>
                <a:lnTo>
                  <a:pt x="212415" y="32259"/>
                </a:lnTo>
                <a:lnTo>
                  <a:pt x="212471" y="32426"/>
                </a:lnTo>
                <a:lnTo>
                  <a:pt x="212527" y="32594"/>
                </a:lnTo>
                <a:lnTo>
                  <a:pt x="212471" y="32761"/>
                </a:lnTo>
                <a:lnTo>
                  <a:pt x="212415" y="32928"/>
                </a:lnTo>
                <a:lnTo>
                  <a:pt x="212248" y="32984"/>
                </a:lnTo>
                <a:lnTo>
                  <a:pt x="212080" y="33040"/>
                </a:lnTo>
                <a:lnTo>
                  <a:pt x="211913" y="32984"/>
                </a:lnTo>
                <a:lnTo>
                  <a:pt x="211745" y="32928"/>
                </a:lnTo>
                <a:lnTo>
                  <a:pt x="211689" y="32761"/>
                </a:lnTo>
                <a:lnTo>
                  <a:pt x="211634" y="32594"/>
                </a:lnTo>
                <a:lnTo>
                  <a:pt x="211689" y="32426"/>
                </a:lnTo>
                <a:lnTo>
                  <a:pt x="211745" y="32259"/>
                </a:lnTo>
                <a:lnTo>
                  <a:pt x="211913" y="32203"/>
                </a:lnTo>
                <a:lnTo>
                  <a:pt x="212080" y="32147"/>
                </a:lnTo>
                <a:close/>
                <a:moveTo>
                  <a:pt x="56257" y="36389"/>
                </a:moveTo>
                <a:lnTo>
                  <a:pt x="56424" y="36445"/>
                </a:lnTo>
                <a:lnTo>
                  <a:pt x="56592" y="36500"/>
                </a:lnTo>
                <a:lnTo>
                  <a:pt x="56648" y="36668"/>
                </a:lnTo>
                <a:lnTo>
                  <a:pt x="56704" y="36835"/>
                </a:lnTo>
                <a:lnTo>
                  <a:pt x="56648" y="37003"/>
                </a:lnTo>
                <a:lnTo>
                  <a:pt x="56592" y="37170"/>
                </a:lnTo>
                <a:lnTo>
                  <a:pt x="56424" y="37226"/>
                </a:lnTo>
                <a:lnTo>
                  <a:pt x="56257" y="37282"/>
                </a:lnTo>
                <a:lnTo>
                  <a:pt x="56090" y="37226"/>
                </a:lnTo>
                <a:lnTo>
                  <a:pt x="55922" y="37170"/>
                </a:lnTo>
                <a:lnTo>
                  <a:pt x="55866" y="37003"/>
                </a:lnTo>
                <a:lnTo>
                  <a:pt x="55811" y="36835"/>
                </a:lnTo>
                <a:lnTo>
                  <a:pt x="55866" y="36668"/>
                </a:lnTo>
                <a:lnTo>
                  <a:pt x="55922" y="36500"/>
                </a:lnTo>
                <a:lnTo>
                  <a:pt x="56090" y="36445"/>
                </a:lnTo>
                <a:lnTo>
                  <a:pt x="56257" y="36389"/>
                </a:lnTo>
                <a:close/>
                <a:moveTo>
                  <a:pt x="39067" y="39291"/>
                </a:moveTo>
                <a:lnTo>
                  <a:pt x="39235" y="39347"/>
                </a:lnTo>
                <a:lnTo>
                  <a:pt x="39402" y="39403"/>
                </a:lnTo>
                <a:lnTo>
                  <a:pt x="39458" y="39570"/>
                </a:lnTo>
                <a:lnTo>
                  <a:pt x="39514" y="39737"/>
                </a:lnTo>
                <a:lnTo>
                  <a:pt x="39458" y="39905"/>
                </a:lnTo>
                <a:lnTo>
                  <a:pt x="39402" y="40072"/>
                </a:lnTo>
                <a:lnTo>
                  <a:pt x="39235" y="40128"/>
                </a:lnTo>
                <a:lnTo>
                  <a:pt x="39067" y="40184"/>
                </a:lnTo>
                <a:lnTo>
                  <a:pt x="38900" y="40128"/>
                </a:lnTo>
                <a:lnTo>
                  <a:pt x="38733" y="40072"/>
                </a:lnTo>
                <a:lnTo>
                  <a:pt x="38677" y="39905"/>
                </a:lnTo>
                <a:lnTo>
                  <a:pt x="38621" y="39737"/>
                </a:lnTo>
                <a:lnTo>
                  <a:pt x="38677" y="39570"/>
                </a:lnTo>
                <a:lnTo>
                  <a:pt x="38733" y="39403"/>
                </a:lnTo>
                <a:lnTo>
                  <a:pt x="38900" y="39347"/>
                </a:lnTo>
                <a:lnTo>
                  <a:pt x="39067" y="39291"/>
                </a:lnTo>
                <a:close/>
                <a:moveTo>
                  <a:pt x="160288" y="0"/>
                </a:moveTo>
                <a:lnTo>
                  <a:pt x="160009" y="56"/>
                </a:lnTo>
                <a:lnTo>
                  <a:pt x="159841" y="224"/>
                </a:lnTo>
                <a:lnTo>
                  <a:pt x="159674" y="391"/>
                </a:lnTo>
                <a:lnTo>
                  <a:pt x="159618" y="670"/>
                </a:lnTo>
                <a:lnTo>
                  <a:pt x="159674" y="893"/>
                </a:lnTo>
                <a:lnTo>
                  <a:pt x="143266" y="15571"/>
                </a:lnTo>
                <a:lnTo>
                  <a:pt x="143098" y="15460"/>
                </a:lnTo>
                <a:lnTo>
                  <a:pt x="142875" y="15404"/>
                </a:lnTo>
                <a:lnTo>
                  <a:pt x="142652" y="15460"/>
                </a:lnTo>
                <a:lnTo>
                  <a:pt x="142429" y="15571"/>
                </a:lnTo>
                <a:lnTo>
                  <a:pt x="142317" y="15739"/>
                </a:lnTo>
                <a:lnTo>
                  <a:pt x="142205" y="15906"/>
                </a:lnTo>
                <a:lnTo>
                  <a:pt x="126299" y="17581"/>
                </a:lnTo>
                <a:lnTo>
                  <a:pt x="126188" y="17413"/>
                </a:lnTo>
                <a:lnTo>
                  <a:pt x="126020" y="17302"/>
                </a:lnTo>
                <a:lnTo>
                  <a:pt x="125853" y="17190"/>
                </a:lnTo>
                <a:lnTo>
                  <a:pt x="125685" y="17190"/>
                </a:lnTo>
                <a:lnTo>
                  <a:pt x="125406" y="17246"/>
                </a:lnTo>
                <a:lnTo>
                  <a:pt x="125239" y="17413"/>
                </a:lnTo>
                <a:lnTo>
                  <a:pt x="125071" y="17581"/>
                </a:lnTo>
                <a:lnTo>
                  <a:pt x="125016" y="17860"/>
                </a:lnTo>
                <a:lnTo>
                  <a:pt x="125016" y="18027"/>
                </a:lnTo>
                <a:lnTo>
                  <a:pt x="108775" y="29915"/>
                </a:lnTo>
                <a:lnTo>
                  <a:pt x="108552" y="29747"/>
                </a:lnTo>
                <a:lnTo>
                  <a:pt x="108272" y="29691"/>
                </a:lnTo>
                <a:lnTo>
                  <a:pt x="107993" y="29747"/>
                </a:lnTo>
                <a:lnTo>
                  <a:pt x="107770" y="29915"/>
                </a:lnTo>
                <a:lnTo>
                  <a:pt x="91473" y="12781"/>
                </a:lnTo>
                <a:lnTo>
                  <a:pt x="91529" y="12502"/>
                </a:lnTo>
                <a:lnTo>
                  <a:pt x="91473" y="12223"/>
                </a:lnTo>
                <a:lnTo>
                  <a:pt x="91306" y="12055"/>
                </a:lnTo>
                <a:lnTo>
                  <a:pt x="91139" y="11888"/>
                </a:lnTo>
                <a:lnTo>
                  <a:pt x="90860" y="11832"/>
                </a:lnTo>
                <a:lnTo>
                  <a:pt x="90581" y="11888"/>
                </a:lnTo>
                <a:lnTo>
                  <a:pt x="90413" y="12055"/>
                </a:lnTo>
                <a:lnTo>
                  <a:pt x="90246" y="12223"/>
                </a:lnTo>
                <a:lnTo>
                  <a:pt x="90190" y="12502"/>
                </a:lnTo>
                <a:lnTo>
                  <a:pt x="74172" y="17636"/>
                </a:lnTo>
                <a:lnTo>
                  <a:pt x="73949" y="17469"/>
                </a:lnTo>
                <a:lnTo>
                  <a:pt x="73837" y="17413"/>
                </a:lnTo>
                <a:lnTo>
                  <a:pt x="73670" y="17413"/>
                </a:lnTo>
                <a:lnTo>
                  <a:pt x="73391" y="17469"/>
                </a:lnTo>
                <a:lnTo>
                  <a:pt x="73223" y="17636"/>
                </a:lnTo>
                <a:lnTo>
                  <a:pt x="73056" y="17804"/>
                </a:lnTo>
                <a:lnTo>
                  <a:pt x="73000" y="18083"/>
                </a:lnTo>
                <a:lnTo>
                  <a:pt x="73056" y="18362"/>
                </a:lnTo>
                <a:lnTo>
                  <a:pt x="56759" y="36389"/>
                </a:lnTo>
                <a:lnTo>
                  <a:pt x="56536" y="36221"/>
                </a:lnTo>
                <a:lnTo>
                  <a:pt x="56257" y="36165"/>
                </a:lnTo>
                <a:lnTo>
                  <a:pt x="55978" y="36221"/>
                </a:lnTo>
                <a:lnTo>
                  <a:pt x="55811" y="36389"/>
                </a:lnTo>
                <a:lnTo>
                  <a:pt x="55643" y="36556"/>
                </a:lnTo>
                <a:lnTo>
                  <a:pt x="55587" y="36835"/>
                </a:lnTo>
                <a:lnTo>
                  <a:pt x="55587" y="36947"/>
                </a:lnTo>
                <a:lnTo>
                  <a:pt x="39737" y="39626"/>
                </a:lnTo>
                <a:lnTo>
                  <a:pt x="39737" y="39737"/>
                </a:lnTo>
                <a:lnTo>
                  <a:pt x="39681" y="39458"/>
                </a:lnTo>
                <a:lnTo>
                  <a:pt x="39514" y="39291"/>
                </a:lnTo>
                <a:lnTo>
                  <a:pt x="39346" y="39123"/>
                </a:lnTo>
                <a:lnTo>
                  <a:pt x="39067" y="39068"/>
                </a:lnTo>
                <a:lnTo>
                  <a:pt x="38844" y="39123"/>
                </a:lnTo>
                <a:lnTo>
                  <a:pt x="38621" y="39235"/>
                </a:lnTo>
                <a:lnTo>
                  <a:pt x="22045" y="18864"/>
                </a:lnTo>
                <a:lnTo>
                  <a:pt x="22157" y="18641"/>
                </a:lnTo>
                <a:lnTo>
                  <a:pt x="22213" y="18418"/>
                </a:lnTo>
                <a:lnTo>
                  <a:pt x="22157" y="18139"/>
                </a:lnTo>
                <a:lnTo>
                  <a:pt x="21989" y="17971"/>
                </a:lnTo>
                <a:lnTo>
                  <a:pt x="21822" y="17804"/>
                </a:lnTo>
                <a:lnTo>
                  <a:pt x="21543" y="17748"/>
                </a:lnTo>
                <a:lnTo>
                  <a:pt x="21264" y="17804"/>
                </a:lnTo>
                <a:lnTo>
                  <a:pt x="21096" y="17971"/>
                </a:lnTo>
                <a:lnTo>
                  <a:pt x="20929" y="18139"/>
                </a:lnTo>
                <a:lnTo>
                  <a:pt x="20873" y="18418"/>
                </a:lnTo>
                <a:lnTo>
                  <a:pt x="20929" y="18641"/>
                </a:lnTo>
                <a:lnTo>
                  <a:pt x="4967" y="26789"/>
                </a:lnTo>
                <a:lnTo>
                  <a:pt x="4744" y="26622"/>
                </a:lnTo>
                <a:lnTo>
                  <a:pt x="4465" y="26566"/>
                </a:lnTo>
                <a:lnTo>
                  <a:pt x="4242" y="26622"/>
                </a:lnTo>
                <a:lnTo>
                  <a:pt x="4018" y="26734"/>
                </a:lnTo>
                <a:lnTo>
                  <a:pt x="0" y="24948"/>
                </a:lnTo>
                <a:lnTo>
                  <a:pt x="0" y="25171"/>
                </a:lnTo>
                <a:lnTo>
                  <a:pt x="3851" y="26901"/>
                </a:lnTo>
                <a:lnTo>
                  <a:pt x="3795" y="27068"/>
                </a:lnTo>
                <a:lnTo>
                  <a:pt x="3795" y="27236"/>
                </a:lnTo>
                <a:lnTo>
                  <a:pt x="3851" y="27515"/>
                </a:lnTo>
                <a:lnTo>
                  <a:pt x="4018" y="27682"/>
                </a:lnTo>
                <a:lnTo>
                  <a:pt x="4186" y="27850"/>
                </a:lnTo>
                <a:lnTo>
                  <a:pt x="4465" y="27906"/>
                </a:lnTo>
                <a:lnTo>
                  <a:pt x="4744" y="27850"/>
                </a:lnTo>
                <a:lnTo>
                  <a:pt x="4911" y="27682"/>
                </a:lnTo>
                <a:lnTo>
                  <a:pt x="5079" y="27515"/>
                </a:lnTo>
                <a:lnTo>
                  <a:pt x="5135" y="27236"/>
                </a:lnTo>
                <a:lnTo>
                  <a:pt x="5079" y="27013"/>
                </a:lnTo>
                <a:lnTo>
                  <a:pt x="20985" y="18808"/>
                </a:lnTo>
                <a:lnTo>
                  <a:pt x="21096" y="18920"/>
                </a:lnTo>
                <a:lnTo>
                  <a:pt x="21264" y="19032"/>
                </a:lnTo>
                <a:lnTo>
                  <a:pt x="21375" y="19088"/>
                </a:lnTo>
                <a:lnTo>
                  <a:pt x="21710" y="19088"/>
                </a:lnTo>
                <a:lnTo>
                  <a:pt x="21878" y="18976"/>
                </a:lnTo>
                <a:lnTo>
                  <a:pt x="38453" y="39458"/>
                </a:lnTo>
                <a:lnTo>
                  <a:pt x="38398" y="39570"/>
                </a:lnTo>
                <a:lnTo>
                  <a:pt x="38398" y="39737"/>
                </a:lnTo>
                <a:lnTo>
                  <a:pt x="38453" y="40016"/>
                </a:lnTo>
                <a:lnTo>
                  <a:pt x="38621" y="40184"/>
                </a:lnTo>
                <a:lnTo>
                  <a:pt x="38788" y="40351"/>
                </a:lnTo>
                <a:lnTo>
                  <a:pt x="39067" y="40407"/>
                </a:lnTo>
                <a:lnTo>
                  <a:pt x="39291" y="40351"/>
                </a:lnTo>
                <a:lnTo>
                  <a:pt x="39514" y="40240"/>
                </a:lnTo>
                <a:lnTo>
                  <a:pt x="39625" y="40072"/>
                </a:lnTo>
                <a:lnTo>
                  <a:pt x="39737" y="39849"/>
                </a:lnTo>
                <a:lnTo>
                  <a:pt x="55699" y="37170"/>
                </a:lnTo>
                <a:lnTo>
                  <a:pt x="55811" y="37282"/>
                </a:lnTo>
                <a:lnTo>
                  <a:pt x="55922" y="37393"/>
                </a:lnTo>
                <a:lnTo>
                  <a:pt x="56090" y="37505"/>
                </a:lnTo>
                <a:lnTo>
                  <a:pt x="56257" y="37505"/>
                </a:lnTo>
                <a:lnTo>
                  <a:pt x="56536" y="37449"/>
                </a:lnTo>
                <a:lnTo>
                  <a:pt x="56704" y="37282"/>
                </a:lnTo>
                <a:lnTo>
                  <a:pt x="56871" y="37114"/>
                </a:lnTo>
                <a:lnTo>
                  <a:pt x="56927" y="36835"/>
                </a:lnTo>
                <a:lnTo>
                  <a:pt x="56871" y="36556"/>
                </a:lnTo>
                <a:lnTo>
                  <a:pt x="73168" y="18529"/>
                </a:lnTo>
                <a:lnTo>
                  <a:pt x="73391" y="18697"/>
                </a:lnTo>
                <a:lnTo>
                  <a:pt x="73670" y="18753"/>
                </a:lnTo>
                <a:lnTo>
                  <a:pt x="73949" y="18697"/>
                </a:lnTo>
                <a:lnTo>
                  <a:pt x="74116" y="18529"/>
                </a:lnTo>
                <a:lnTo>
                  <a:pt x="74284" y="18362"/>
                </a:lnTo>
                <a:lnTo>
                  <a:pt x="74340" y="18083"/>
                </a:lnTo>
                <a:lnTo>
                  <a:pt x="74284" y="17860"/>
                </a:lnTo>
                <a:lnTo>
                  <a:pt x="90246" y="12725"/>
                </a:lnTo>
                <a:lnTo>
                  <a:pt x="90357" y="12893"/>
                </a:lnTo>
                <a:lnTo>
                  <a:pt x="90469" y="13060"/>
                </a:lnTo>
                <a:lnTo>
                  <a:pt x="90636" y="13116"/>
                </a:lnTo>
                <a:lnTo>
                  <a:pt x="90860" y="13172"/>
                </a:lnTo>
                <a:lnTo>
                  <a:pt x="91139" y="13116"/>
                </a:lnTo>
                <a:lnTo>
                  <a:pt x="91362" y="12948"/>
                </a:lnTo>
                <a:lnTo>
                  <a:pt x="107659" y="30082"/>
                </a:lnTo>
                <a:lnTo>
                  <a:pt x="107603" y="30361"/>
                </a:lnTo>
                <a:lnTo>
                  <a:pt x="107659" y="30640"/>
                </a:lnTo>
                <a:lnTo>
                  <a:pt x="107826" y="30808"/>
                </a:lnTo>
                <a:lnTo>
                  <a:pt x="107993" y="30975"/>
                </a:lnTo>
                <a:lnTo>
                  <a:pt x="108272" y="31031"/>
                </a:lnTo>
                <a:lnTo>
                  <a:pt x="108552" y="30975"/>
                </a:lnTo>
                <a:lnTo>
                  <a:pt x="108719" y="30808"/>
                </a:lnTo>
                <a:lnTo>
                  <a:pt x="108886" y="30640"/>
                </a:lnTo>
                <a:lnTo>
                  <a:pt x="108942" y="30361"/>
                </a:lnTo>
                <a:lnTo>
                  <a:pt x="108886" y="30082"/>
                </a:lnTo>
                <a:lnTo>
                  <a:pt x="125127" y="18195"/>
                </a:lnTo>
                <a:lnTo>
                  <a:pt x="125239" y="18362"/>
                </a:lnTo>
                <a:lnTo>
                  <a:pt x="125350" y="18418"/>
                </a:lnTo>
                <a:lnTo>
                  <a:pt x="125518" y="18529"/>
                </a:lnTo>
                <a:lnTo>
                  <a:pt x="125685" y="18529"/>
                </a:lnTo>
                <a:lnTo>
                  <a:pt x="125964" y="18474"/>
                </a:lnTo>
                <a:lnTo>
                  <a:pt x="126132" y="18306"/>
                </a:lnTo>
                <a:lnTo>
                  <a:pt x="126299" y="18139"/>
                </a:lnTo>
                <a:lnTo>
                  <a:pt x="126355" y="17860"/>
                </a:lnTo>
                <a:lnTo>
                  <a:pt x="126355" y="17804"/>
                </a:lnTo>
                <a:lnTo>
                  <a:pt x="142205" y="16130"/>
                </a:lnTo>
                <a:lnTo>
                  <a:pt x="142261" y="16409"/>
                </a:lnTo>
                <a:lnTo>
                  <a:pt x="142429" y="16576"/>
                </a:lnTo>
                <a:lnTo>
                  <a:pt x="142652" y="16688"/>
                </a:lnTo>
                <a:lnTo>
                  <a:pt x="142875" y="16743"/>
                </a:lnTo>
                <a:lnTo>
                  <a:pt x="143154" y="16688"/>
                </a:lnTo>
                <a:lnTo>
                  <a:pt x="143321" y="16520"/>
                </a:lnTo>
                <a:lnTo>
                  <a:pt x="143489" y="16353"/>
                </a:lnTo>
                <a:lnTo>
                  <a:pt x="143545" y="16074"/>
                </a:lnTo>
                <a:lnTo>
                  <a:pt x="143489" y="15906"/>
                </a:lnTo>
                <a:lnTo>
                  <a:pt x="143433" y="15683"/>
                </a:lnTo>
                <a:lnTo>
                  <a:pt x="159786" y="1061"/>
                </a:lnTo>
                <a:lnTo>
                  <a:pt x="160009" y="1284"/>
                </a:lnTo>
                <a:lnTo>
                  <a:pt x="160120" y="1340"/>
                </a:lnTo>
                <a:lnTo>
                  <a:pt x="160288" y="1340"/>
                </a:lnTo>
                <a:lnTo>
                  <a:pt x="160511" y="1284"/>
                </a:lnTo>
                <a:lnTo>
                  <a:pt x="160679" y="1228"/>
                </a:lnTo>
                <a:lnTo>
                  <a:pt x="160790" y="1117"/>
                </a:lnTo>
                <a:lnTo>
                  <a:pt x="160902" y="949"/>
                </a:lnTo>
                <a:lnTo>
                  <a:pt x="177031" y="6530"/>
                </a:lnTo>
                <a:lnTo>
                  <a:pt x="177031" y="6698"/>
                </a:lnTo>
                <a:lnTo>
                  <a:pt x="177087" y="6977"/>
                </a:lnTo>
                <a:lnTo>
                  <a:pt x="177254" y="7144"/>
                </a:lnTo>
                <a:lnTo>
                  <a:pt x="177422" y="7312"/>
                </a:lnTo>
                <a:lnTo>
                  <a:pt x="177701" y="7367"/>
                </a:lnTo>
                <a:lnTo>
                  <a:pt x="177868" y="7367"/>
                </a:lnTo>
                <a:lnTo>
                  <a:pt x="178036" y="7256"/>
                </a:lnTo>
                <a:lnTo>
                  <a:pt x="194388" y="25450"/>
                </a:lnTo>
                <a:lnTo>
                  <a:pt x="194277" y="25673"/>
                </a:lnTo>
                <a:lnTo>
                  <a:pt x="194221" y="25896"/>
                </a:lnTo>
                <a:lnTo>
                  <a:pt x="194277" y="26175"/>
                </a:lnTo>
                <a:lnTo>
                  <a:pt x="194444" y="26343"/>
                </a:lnTo>
                <a:lnTo>
                  <a:pt x="194611" y="26510"/>
                </a:lnTo>
                <a:lnTo>
                  <a:pt x="194890" y="26566"/>
                </a:lnTo>
                <a:lnTo>
                  <a:pt x="195058" y="26566"/>
                </a:lnTo>
                <a:lnTo>
                  <a:pt x="195169" y="26510"/>
                </a:lnTo>
                <a:lnTo>
                  <a:pt x="195337" y="26399"/>
                </a:lnTo>
                <a:lnTo>
                  <a:pt x="195449" y="26287"/>
                </a:lnTo>
                <a:lnTo>
                  <a:pt x="211410" y="32538"/>
                </a:lnTo>
                <a:lnTo>
                  <a:pt x="211410" y="32594"/>
                </a:lnTo>
                <a:lnTo>
                  <a:pt x="211466" y="32873"/>
                </a:lnTo>
                <a:lnTo>
                  <a:pt x="211634" y="33040"/>
                </a:lnTo>
                <a:lnTo>
                  <a:pt x="211801" y="33208"/>
                </a:lnTo>
                <a:lnTo>
                  <a:pt x="212080" y="33263"/>
                </a:lnTo>
                <a:lnTo>
                  <a:pt x="212359" y="33208"/>
                </a:lnTo>
                <a:lnTo>
                  <a:pt x="212527" y="33040"/>
                </a:lnTo>
                <a:lnTo>
                  <a:pt x="212694" y="32873"/>
                </a:lnTo>
                <a:lnTo>
                  <a:pt x="212750" y="32594"/>
                </a:lnTo>
                <a:lnTo>
                  <a:pt x="212750" y="32538"/>
                </a:lnTo>
                <a:lnTo>
                  <a:pt x="229214" y="22994"/>
                </a:lnTo>
                <a:lnTo>
                  <a:pt x="229437" y="23162"/>
                </a:lnTo>
                <a:lnTo>
                  <a:pt x="229716" y="23217"/>
                </a:lnTo>
                <a:lnTo>
                  <a:pt x="229995" y="23162"/>
                </a:lnTo>
                <a:lnTo>
                  <a:pt x="230163" y="22994"/>
                </a:lnTo>
                <a:lnTo>
                  <a:pt x="230330" y="22827"/>
                </a:lnTo>
                <a:lnTo>
                  <a:pt x="230386" y="22548"/>
                </a:lnTo>
                <a:lnTo>
                  <a:pt x="230386" y="22492"/>
                </a:lnTo>
                <a:lnTo>
                  <a:pt x="246180" y="16297"/>
                </a:lnTo>
                <a:lnTo>
                  <a:pt x="246404" y="16464"/>
                </a:lnTo>
                <a:lnTo>
                  <a:pt x="246683" y="16520"/>
                </a:lnTo>
                <a:lnTo>
                  <a:pt x="246962" y="16464"/>
                </a:lnTo>
                <a:lnTo>
                  <a:pt x="247129" y="16297"/>
                </a:lnTo>
                <a:lnTo>
                  <a:pt x="247297" y="16130"/>
                </a:lnTo>
                <a:lnTo>
                  <a:pt x="247352" y="15851"/>
                </a:lnTo>
                <a:lnTo>
                  <a:pt x="247297" y="15683"/>
                </a:lnTo>
                <a:lnTo>
                  <a:pt x="263761" y="1507"/>
                </a:lnTo>
                <a:lnTo>
                  <a:pt x="263872" y="1619"/>
                </a:lnTo>
                <a:lnTo>
                  <a:pt x="264040" y="1730"/>
                </a:lnTo>
                <a:lnTo>
                  <a:pt x="264151" y="1786"/>
                </a:lnTo>
                <a:lnTo>
                  <a:pt x="264319" y="1786"/>
                </a:lnTo>
                <a:lnTo>
                  <a:pt x="264542" y="1730"/>
                </a:lnTo>
                <a:lnTo>
                  <a:pt x="264765" y="1619"/>
                </a:lnTo>
                <a:lnTo>
                  <a:pt x="264877" y="1451"/>
                </a:lnTo>
                <a:lnTo>
                  <a:pt x="264988" y="1228"/>
                </a:lnTo>
                <a:lnTo>
                  <a:pt x="280839" y="3237"/>
                </a:lnTo>
                <a:lnTo>
                  <a:pt x="280839" y="3349"/>
                </a:lnTo>
                <a:lnTo>
                  <a:pt x="280894" y="3628"/>
                </a:lnTo>
                <a:lnTo>
                  <a:pt x="281062" y="3795"/>
                </a:lnTo>
                <a:lnTo>
                  <a:pt x="281229" y="3963"/>
                </a:lnTo>
                <a:lnTo>
                  <a:pt x="281508" y="4019"/>
                </a:lnTo>
                <a:lnTo>
                  <a:pt x="281787" y="3963"/>
                </a:lnTo>
                <a:lnTo>
                  <a:pt x="281955" y="3795"/>
                </a:lnTo>
                <a:lnTo>
                  <a:pt x="282122" y="3628"/>
                </a:lnTo>
                <a:lnTo>
                  <a:pt x="282178" y="3349"/>
                </a:lnTo>
                <a:lnTo>
                  <a:pt x="285750" y="3349"/>
                </a:lnTo>
                <a:lnTo>
                  <a:pt x="285750" y="3126"/>
                </a:lnTo>
                <a:lnTo>
                  <a:pt x="282122" y="3126"/>
                </a:lnTo>
                <a:lnTo>
                  <a:pt x="282067" y="2958"/>
                </a:lnTo>
                <a:lnTo>
                  <a:pt x="281899" y="2791"/>
                </a:lnTo>
                <a:lnTo>
                  <a:pt x="281732" y="2735"/>
                </a:lnTo>
                <a:lnTo>
                  <a:pt x="281508" y="2679"/>
                </a:lnTo>
                <a:lnTo>
                  <a:pt x="281341" y="2679"/>
                </a:lnTo>
                <a:lnTo>
                  <a:pt x="281174" y="2791"/>
                </a:lnTo>
                <a:lnTo>
                  <a:pt x="281006" y="2902"/>
                </a:lnTo>
                <a:lnTo>
                  <a:pt x="280894" y="3014"/>
                </a:lnTo>
                <a:lnTo>
                  <a:pt x="264988" y="1005"/>
                </a:lnTo>
                <a:lnTo>
                  <a:pt x="264877" y="782"/>
                </a:lnTo>
                <a:lnTo>
                  <a:pt x="264765" y="614"/>
                </a:lnTo>
                <a:lnTo>
                  <a:pt x="264542" y="503"/>
                </a:lnTo>
                <a:lnTo>
                  <a:pt x="264319" y="447"/>
                </a:lnTo>
                <a:lnTo>
                  <a:pt x="264040" y="503"/>
                </a:lnTo>
                <a:lnTo>
                  <a:pt x="263872" y="670"/>
                </a:lnTo>
                <a:lnTo>
                  <a:pt x="263705" y="838"/>
                </a:lnTo>
                <a:lnTo>
                  <a:pt x="263649" y="1117"/>
                </a:lnTo>
                <a:lnTo>
                  <a:pt x="263705" y="1284"/>
                </a:lnTo>
                <a:lnTo>
                  <a:pt x="247241" y="15460"/>
                </a:lnTo>
                <a:lnTo>
                  <a:pt x="247129" y="15348"/>
                </a:lnTo>
                <a:lnTo>
                  <a:pt x="246962" y="15237"/>
                </a:lnTo>
                <a:lnTo>
                  <a:pt x="246850" y="15181"/>
                </a:lnTo>
                <a:lnTo>
                  <a:pt x="246683" y="15181"/>
                </a:lnTo>
                <a:lnTo>
                  <a:pt x="246404" y="15237"/>
                </a:lnTo>
                <a:lnTo>
                  <a:pt x="246236" y="15404"/>
                </a:lnTo>
                <a:lnTo>
                  <a:pt x="246069" y="15571"/>
                </a:lnTo>
                <a:lnTo>
                  <a:pt x="246013" y="15851"/>
                </a:lnTo>
                <a:lnTo>
                  <a:pt x="246069" y="16130"/>
                </a:lnTo>
                <a:lnTo>
                  <a:pt x="230330" y="22269"/>
                </a:lnTo>
                <a:lnTo>
                  <a:pt x="230219" y="22101"/>
                </a:lnTo>
                <a:lnTo>
                  <a:pt x="230051" y="21990"/>
                </a:lnTo>
                <a:lnTo>
                  <a:pt x="229884" y="21934"/>
                </a:lnTo>
                <a:lnTo>
                  <a:pt x="229716" y="21878"/>
                </a:lnTo>
                <a:lnTo>
                  <a:pt x="229437" y="21934"/>
                </a:lnTo>
                <a:lnTo>
                  <a:pt x="229270" y="22101"/>
                </a:lnTo>
                <a:lnTo>
                  <a:pt x="229102" y="22269"/>
                </a:lnTo>
                <a:lnTo>
                  <a:pt x="229046" y="22548"/>
                </a:lnTo>
                <a:lnTo>
                  <a:pt x="229102" y="22827"/>
                </a:lnTo>
                <a:lnTo>
                  <a:pt x="212694" y="32315"/>
                </a:lnTo>
                <a:lnTo>
                  <a:pt x="212582" y="32147"/>
                </a:lnTo>
                <a:lnTo>
                  <a:pt x="212415" y="32036"/>
                </a:lnTo>
                <a:lnTo>
                  <a:pt x="212248" y="31924"/>
                </a:lnTo>
                <a:lnTo>
                  <a:pt x="212080" y="31924"/>
                </a:lnTo>
                <a:lnTo>
                  <a:pt x="211913" y="31980"/>
                </a:lnTo>
                <a:lnTo>
                  <a:pt x="211745" y="32036"/>
                </a:lnTo>
                <a:lnTo>
                  <a:pt x="211578" y="32147"/>
                </a:lnTo>
                <a:lnTo>
                  <a:pt x="211466" y="32315"/>
                </a:lnTo>
                <a:lnTo>
                  <a:pt x="195504" y="26120"/>
                </a:lnTo>
                <a:lnTo>
                  <a:pt x="195560" y="25896"/>
                </a:lnTo>
                <a:lnTo>
                  <a:pt x="195504" y="25617"/>
                </a:lnTo>
                <a:lnTo>
                  <a:pt x="195337" y="25450"/>
                </a:lnTo>
                <a:lnTo>
                  <a:pt x="195169" y="25282"/>
                </a:lnTo>
                <a:lnTo>
                  <a:pt x="194890" y="25227"/>
                </a:lnTo>
                <a:lnTo>
                  <a:pt x="194723" y="25227"/>
                </a:lnTo>
                <a:lnTo>
                  <a:pt x="194556" y="25338"/>
                </a:lnTo>
                <a:lnTo>
                  <a:pt x="178203" y="7144"/>
                </a:lnTo>
                <a:lnTo>
                  <a:pt x="178315" y="6921"/>
                </a:lnTo>
                <a:lnTo>
                  <a:pt x="178371" y="6698"/>
                </a:lnTo>
                <a:lnTo>
                  <a:pt x="178315" y="6419"/>
                </a:lnTo>
                <a:lnTo>
                  <a:pt x="178147" y="6251"/>
                </a:lnTo>
                <a:lnTo>
                  <a:pt x="177980" y="6084"/>
                </a:lnTo>
                <a:lnTo>
                  <a:pt x="177701" y="6028"/>
                </a:lnTo>
                <a:lnTo>
                  <a:pt x="177533" y="6028"/>
                </a:lnTo>
                <a:lnTo>
                  <a:pt x="177366" y="6084"/>
                </a:lnTo>
                <a:lnTo>
                  <a:pt x="177254" y="6195"/>
                </a:lnTo>
                <a:lnTo>
                  <a:pt x="177143" y="6307"/>
                </a:lnTo>
                <a:lnTo>
                  <a:pt x="160958" y="726"/>
                </a:lnTo>
                <a:lnTo>
                  <a:pt x="160958" y="670"/>
                </a:lnTo>
                <a:lnTo>
                  <a:pt x="160902" y="391"/>
                </a:lnTo>
                <a:lnTo>
                  <a:pt x="160734" y="224"/>
                </a:lnTo>
                <a:lnTo>
                  <a:pt x="160567" y="56"/>
                </a:lnTo>
                <a:lnTo>
                  <a:pt x="160288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frame">
  <p:cSld name="BLANK_1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4"/>
          <p:cNvSpPr/>
          <p:nvPr/>
        </p:nvSpPr>
        <p:spPr>
          <a:xfrm>
            <a:off x="-175" y="0"/>
            <a:ext cx="9144000" cy="5143500"/>
          </a:xfrm>
          <a:prstGeom prst="frame">
            <a:avLst>
              <a:gd name="adj1" fmla="val 5397"/>
            </a:avLst>
          </a:prstGeom>
          <a:solidFill>
            <a:srgbClr val="00041C">
              <a:alpha val="18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14"/>
          <p:cNvSpPr txBox="1">
            <a:spLocks noGrp="1"/>
          </p:cNvSpPr>
          <p:nvPr>
            <p:ph type="sldNum" idx="12"/>
          </p:nvPr>
        </p:nvSpPr>
        <p:spPr>
          <a:xfrm>
            <a:off x="8586575" y="-11875"/>
            <a:ext cx="557400" cy="54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5143488"/>
          </a:xfrm>
          <a:custGeom>
            <a:avLst/>
            <a:gdLst/>
            <a:ahLst/>
            <a:cxnLst/>
            <a:rect l="l" t="t" r="r" b="b"/>
            <a:pathLst>
              <a:path w="285750" h="160734" extrusionOk="0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39675" y="401250"/>
            <a:ext cx="7686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tillium Web ExtraLight"/>
              <a:buNone/>
              <a:defRPr sz="3000">
                <a:solidFill>
                  <a:schemeClr val="lt1"/>
                </a:solidFill>
                <a:latin typeface="Titillium Web ExtraLight"/>
                <a:ea typeface="Titillium Web ExtraLight"/>
                <a:cs typeface="Titillium Web ExtraLight"/>
                <a:sym typeface="Titillium Web Extra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739680" y="1152528"/>
            <a:ext cx="7686000" cy="30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▫"/>
              <a:defRPr sz="24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-"/>
              <a:defRPr sz="24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-"/>
              <a:defRPr sz="24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-"/>
              <a:defRPr sz="24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-"/>
              <a:defRPr sz="24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-"/>
              <a:defRPr sz="24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●"/>
              <a:defRPr sz="24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○"/>
              <a:defRPr sz="24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6E86B6"/>
              </a:buClr>
              <a:buSzPts val="2400"/>
              <a:buFont typeface="Titillium Web"/>
              <a:buChar char="■"/>
              <a:defRPr sz="24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586575" y="-11875"/>
            <a:ext cx="5574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buNone/>
              <a:defRPr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algn="ctr">
              <a:buNone/>
              <a:defRPr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algn="ctr">
              <a:buNone/>
              <a:defRPr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algn="ctr">
              <a:buNone/>
              <a:defRPr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algn="ctr">
              <a:buNone/>
              <a:defRPr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algn="ctr">
              <a:buNone/>
              <a:defRPr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algn="ctr">
              <a:buNone/>
              <a:defRPr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algn="ctr">
              <a:buNone/>
              <a:defRPr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8" r:id="rId7"/>
    <p:sldLayoutId id="2147483659" r:id="rId8"/>
    <p:sldLayoutId id="2147483660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5"/>
          <p:cNvSpPr txBox="1">
            <a:spLocks noGrp="1"/>
          </p:cNvSpPr>
          <p:nvPr>
            <p:ph type="ctrTitle"/>
          </p:nvPr>
        </p:nvSpPr>
        <p:spPr>
          <a:xfrm>
            <a:off x="625087" y="1081610"/>
            <a:ext cx="8311744" cy="2240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Sitka Text" pitchFamily="2" charset="0"/>
              </a:rPr>
              <a:t>PRODUCT SEGMENTATION FOR RETAIL STORES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750E5B-67DB-A85A-1E9C-B9CEFF3B666B}"/>
              </a:ext>
            </a:extLst>
          </p:cNvPr>
          <p:cNvSpPr txBox="1"/>
          <p:nvPr/>
        </p:nvSpPr>
        <p:spPr>
          <a:xfrm>
            <a:off x="6304379" y="3661780"/>
            <a:ext cx="26324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Analytics</a:t>
            </a:r>
          </a:p>
          <a:p>
            <a:pPr algn="ctr"/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MGT3015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7"/>
          <p:cNvSpPr txBox="1">
            <a:spLocks noGrp="1"/>
          </p:cNvSpPr>
          <p:nvPr>
            <p:ph type="title"/>
          </p:nvPr>
        </p:nvSpPr>
        <p:spPr>
          <a:xfrm>
            <a:off x="574167" y="568003"/>
            <a:ext cx="4533890" cy="12874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Team Members</a:t>
            </a:r>
            <a:br>
              <a:rPr lang="en-US" sz="3600" dirty="0"/>
            </a:br>
            <a:r>
              <a:rPr lang="en-US" sz="3600" dirty="0"/>
              <a:t>(Group -3)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D2FE8-18D8-74F4-EDE4-D3ECE09BF559}"/>
              </a:ext>
            </a:extLst>
          </p:cNvPr>
          <p:cNvSpPr txBox="1"/>
          <p:nvPr/>
        </p:nvSpPr>
        <p:spPr>
          <a:xfrm>
            <a:off x="574167" y="2264392"/>
            <a:ext cx="38692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19MIA1081 – Abhishek Kasam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19MIA1057 – M. Sree Reddy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19MIA1089 – A. Arvind Reddy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19MIA1104 – T. Venkat Reddy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oogle Shape;1813;p51">
            <a:extLst>
              <a:ext uri="{FF2B5EF4-FFF2-40B4-BE49-F238E27FC236}">
                <a16:creationId xmlns:a16="http://schemas.microsoft.com/office/drawing/2014/main" id="{2DB203BC-46D5-DD79-0085-185B69C536FF}"/>
              </a:ext>
            </a:extLst>
          </p:cNvPr>
          <p:cNvGrpSpPr/>
          <p:nvPr/>
        </p:nvGrpSpPr>
        <p:grpSpPr>
          <a:xfrm>
            <a:off x="5650706" y="1100137"/>
            <a:ext cx="2786063" cy="3111067"/>
            <a:chOff x="3554761" y="1011374"/>
            <a:chExt cx="597525" cy="719918"/>
          </a:xfrm>
        </p:grpSpPr>
        <p:sp>
          <p:nvSpPr>
            <p:cNvPr id="9" name="Google Shape;1814;p51">
              <a:extLst>
                <a:ext uri="{FF2B5EF4-FFF2-40B4-BE49-F238E27FC236}">
                  <a16:creationId xmlns:a16="http://schemas.microsoft.com/office/drawing/2014/main" id="{589644C5-4E72-D414-B137-8C2CA2E98C39}"/>
                </a:ext>
              </a:extLst>
            </p:cNvPr>
            <p:cNvSpPr/>
            <p:nvPr/>
          </p:nvSpPr>
          <p:spPr>
            <a:xfrm>
              <a:off x="3615879" y="1376596"/>
              <a:ext cx="441685" cy="354696"/>
            </a:xfrm>
            <a:custGeom>
              <a:avLst/>
              <a:gdLst/>
              <a:ahLst/>
              <a:cxnLst/>
              <a:rect l="l" t="t" r="r" b="b"/>
              <a:pathLst>
                <a:path w="797" h="638" extrusionOk="0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815;p51">
              <a:extLst>
                <a:ext uri="{FF2B5EF4-FFF2-40B4-BE49-F238E27FC236}">
                  <a16:creationId xmlns:a16="http://schemas.microsoft.com/office/drawing/2014/main" id="{4B063BE1-879C-5557-0C9B-DB2111FD8A3E}"/>
                </a:ext>
              </a:extLst>
            </p:cNvPr>
            <p:cNvSpPr/>
            <p:nvPr/>
          </p:nvSpPr>
          <p:spPr>
            <a:xfrm>
              <a:off x="3554761" y="1164199"/>
              <a:ext cx="288366" cy="430478"/>
            </a:xfrm>
            <a:custGeom>
              <a:avLst/>
              <a:gdLst/>
              <a:ahLst/>
              <a:cxnLst/>
              <a:rect l="l" t="t" r="r" b="b"/>
              <a:pathLst>
                <a:path w="520" h="774" extrusionOk="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816;p51">
              <a:extLst>
                <a:ext uri="{FF2B5EF4-FFF2-40B4-BE49-F238E27FC236}">
                  <a16:creationId xmlns:a16="http://schemas.microsoft.com/office/drawing/2014/main" id="{ED3B113A-AD02-F573-E3E9-B5F1183F04D6}"/>
                </a:ext>
              </a:extLst>
            </p:cNvPr>
            <p:cNvSpPr/>
            <p:nvPr/>
          </p:nvSpPr>
          <p:spPr>
            <a:xfrm>
              <a:off x="3860350" y="1126940"/>
              <a:ext cx="291937" cy="427110"/>
            </a:xfrm>
            <a:custGeom>
              <a:avLst/>
              <a:gdLst/>
              <a:ahLst/>
              <a:cxnLst/>
              <a:rect l="l" t="t" r="r" b="b"/>
              <a:pathLst>
                <a:path w="527" h="768" extrusionOk="0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817;p51">
              <a:extLst>
                <a:ext uri="{FF2B5EF4-FFF2-40B4-BE49-F238E27FC236}">
                  <a16:creationId xmlns:a16="http://schemas.microsoft.com/office/drawing/2014/main" id="{D0C1D0C3-700C-5CA3-02E1-4A9D7FEDD322}"/>
                </a:ext>
              </a:extLst>
            </p:cNvPr>
            <p:cNvSpPr/>
            <p:nvPr/>
          </p:nvSpPr>
          <p:spPr>
            <a:xfrm>
              <a:off x="3644023" y="1011374"/>
              <a:ext cx="449665" cy="347961"/>
            </a:xfrm>
            <a:custGeom>
              <a:avLst/>
              <a:gdLst/>
              <a:ahLst/>
              <a:cxnLst/>
              <a:rect l="l" t="t" r="r" b="b"/>
              <a:pathLst>
                <a:path w="811" h="626" extrusionOk="0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84;p16">
            <a:extLst>
              <a:ext uri="{FF2B5EF4-FFF2-40B4-BE49-F238E27FC236}">
                <a16:creationId xmlns:a16="http://schemas.microsoft.com/office/drawing/2014/main" id="{C2CECA38-8E18-94E5-B131-BABC3D51F6EB}"/>
              </a:ext>
            </a:extLst>
          </p:cNvPr>
          <p:cNvSpPr txBox="1">
            <a:spLocks/>
          </p:cNvSpPr>
          <p:nvPr/>
        </p:nvSpPr>
        <p:spPr>
          <a:xfrm>
            <a:off x="500400" y="107225"/>
            <a:ext cx="76860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600" dirty="0">
                <a:solidFill>
                  <a:schemeClr val="bg1"/>
                </a:solidFill>
                <a:latin typeface="Titillium Web ExtraLight" panose="00000300000000000000" pitchFamily="2" charset="0"/>
              </a:rPr>
              <a:t>INTRODUCTION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451B0E1-3E94-B0A1-C83D-A5D6A13C6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613" y="1214876"/>
            <a:ext cx="8054712" cy="3564294"/>
          </a:xfrm>
        </p:spPr>
        <p:txBody>
          <a:bodyPr/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segmentation refers to the activity of grouping products that have similar characteristics and serve a similar market. It is usually related to marketing (Sales Categories) or manufacturing (Production Processes). 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Logistic manager the attention is mainly focused on the sales volumes distribution demand variability and delivery lead time. 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manager will mainly  focus on managing products that have: 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contribution to your total turnover.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most unstable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9"/>
          <p:cNvSpPr txBox="1">
            <a:spLocks noGrp="1"/>
          </p:cNvSpPr>
          <p:nvPr>
            <p:ph type="ctrTitle"/>
          </p:nvPr>
        </p:nvSpPr>
        <p:spPr>
          <a:xfrm>
            <a:off x="448270" y="668942"/>
            <a:ext cx="7409855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PROBLEM STATEMENT</a:t>
            </a:r>
            <a:endParaRPr sz="3600" dirty="0"/>
          </a:p>
        </p:txBody>
      </p:sp>
      <p:sp>
        <p:nvSpPr>
          <p:cNvPr id="808" name="Google Shape;808;p19"/>
          <p:cNvSpPr txBox="1">
            <a:spLocks noGrp="1"/>
          </p:cNvSpPr>
          <p:nvPr>
            <p:ph type="subTitle" idx="1"/>
          </p:nvPr>
        </p:nvSpPr>
        <p:spPr>
          <a:xfrm>
            <a:off x="291107" y="1585135"/>
            <a:ext cx="5659637" cy="2889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The Operational Director of a local 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Center (DC)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delivers 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 Hypermarkets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In our scope Operational director is responsible of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Preparation and delivery of replenishment orders from stores.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Demand Planning and Inventory Management.</a:t>
            </a:r>
          </a:p>
        </p:txBody>
      </p:sp>
      <p:sp>
        <p:nvSpPr>
          <p:cNvPr id="809" name="Google Shape;809;p19"/>
          <p:cNvSpPr/>
          <p:nvPr/>
        </p:nvSpPr>
        <p:spPr>
          <a:xfrm>
            <a:off x="7055841" y="1453742"/>
            <a:ext cx="1408000" cy="2701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rgbClr val="6E86B6"/>
                </a:solidFill>
                <a:latin typeface="Titillium Web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9"/>
          <p:cNvSpPr txBox="1">
            <a:spLocks noGrp="1"/>
          </p:cNvSpPr>
          <p:nvPr>
            <p:ph type="ctrTitle"/>
          </p:nvPr>
        </p:nvSpPr>
        <p:spPr>
          <a:xfrm>
            <a:off x="448270" y="668942"/>
            <a:ext cx="7409855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SCOPE ANALYSIS</a:t>
            </a:r>
            <a:endParaRPr sz="3600" dirty="0"/>
          </a:p>
        </p:txBody>
      </p:sp>
      <p:sp>
        <p:nvSpPr>
          <p:cNvPr id="808" name="Google Shape;808;p19"/>
          <p:cNvSpPr txBox="1">
            <a:spLocks noGrp="1"/>
          </p:cNvSpPr>
          <p:nvPr>
            <p:ph type="subTitle" idx="1"/>
          </p:nvPr>
        </p:nvSpPr>
        <p:spPr>
          <a:xfrm>
            <a:off x="448270" y="1585134"/>
            <a:ext cx="6002536" cy="25699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will be based on the M5 Forecasting</a:t>
            </a:r>
          </a:p>
          <a:p>
            <a:pPr algn="l"/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of Walmart stores sales records taken from</a:t>
            </a:r>
          </a:p>
          <a:p>
            <a:pPr algn="l"/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Kaggle.</a:t>
            </a:r>
          </a:p>
          <a:p>
            <a:pPr algn="l"/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will take only the first-year data (d_1 to d_365):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 stores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3 states (USA)</a:t>
            </a:r>
            <a:endParaRPr lang="en-US" sz="20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1,878 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 SKU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categories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 departments (sub-category)</a:t>
            </a:r>
            <a:endParaRPr lang="en-US" sz="20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9" name="Google Shape;809;p19"/>
          <p:cNvSpPr/>
          <p:nvPr/>
        </p:nvSpPr>
        <p:spPr>
          <a:xfrm>
            <a:off x="7055841" y="1453742"/>
            <a:ext cx="1408000" cy="2701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>
                <a:solidFill>
                  <a:srgbClr val="6E86B6"/>
                </a:solidFill>
                <a:latin typeface="Titillium Web"/>
              </a:rPr>
              <a:t>2</a:t>
            </a:r>
            <a:endParaRPr b="1" i="0" dirty="0">
              <a:ln>
                <a:noFill/>
              </a:ln>
              <a:solidFill>
                <a:srgbClr val="6E86B6"/>
              </a:solidFill>
              <a:latin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3813892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E737AF-FB01-3589-49EA-CD125507D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64" y="262025"/>
            <a:ext cx="8569845" cy="462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9"/>
          <p:cNvSpPr txBox="1">
            <a:spLocks noGrp="1"/>
          </p:cNvSpPr>
          <p:nvPr>
            <p:ph type="ctrTitle"/>
          </p:nvPr>
        </p:nvSpPr>
        <p:spPr>
          <a:xfrm>
            <a:off x="491133" y="535781"/>
            <a:ext cx="7409855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OBJECTIVE</a:t>
            </a:r>
            <a:endParaRPr sz="3600" dirty="0"/>
          </a:p>
        </p:txBody>
      </p:sp>
      <p:sp>
        <p:nvSpPr>
          <p:cNvPr id="808" name="Google Shape;808;p19"/>
          <p:cNvSpPr txBox="1">
            <a:spLocks noGrp="1"/>
          </p:cNvSpPr>
          <p:nvPr>
            <p:ph type="subTitle" idx="1"/>
          </p:nvPr>
        </p:nvSpPr>
        <p:spPr>
          <a:xfrm>
            <a:off x="262531" y="1599421"/>
            <a:ext cx="6466882" cy="30082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does impact the logistic performance?</a:t>
            </a:r>
          </a:p>
          <a:p>
            <a:pPr algn="l"/>
            <a:r>
              <a:rPr lang="en-US" sz="2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 Rotation </a:t>
            </a:r>
          </a:p>
          <a:p>
            <a:pPr algn="l"/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references that are driving most of the</a:t>
            </a:r>
          </a:p>
          <a:p>
            <a:pPr algn="l"/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sales?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Fast Movers: top 5% (Class A)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15% of fast movers (Class B)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80% of very slow movers (Class C) 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l"/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Checking the condition of pareto principle is satisfied or not.</a:t>
            </a:r>
          </a:p>
          <a:p>
            <a:pPr algn="l"/>
            <a:r>
              <a:rPr lang="en-US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classification will also impact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Demand Variability.</a:t>
            </a:r>
            <a:endParaRPr lang="en-US" sz="20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9" name="Google Shape;809;p19"/>
          <p:cNvSpPr/>
          <p:nvPr/>
        </p:nvSpPr>
        <p:spPr>
          <a:xfrm>
            <a:off x="7055841" y="1453742"/>
            <a:ext cx="1408000" cy="2701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i="0" dirty="0">
                <a:ln>
                  <a:noFill/>
                </a:ln>
                <a:solidFill>
                  <a:srgbClr val="6E86B6"/>
                </a:solidFill>
                <a:latin typeface="Titillium Web"/>
              </a:rPr>
              <a:t>3</a:t>
            </a:r>
            <a:endParaRPr b="1" i="0" dirty="0">
              <a:ln>
                <a:noFill/>
              </a:ln>
              <a:solidFill>
                <a:srgbClr val="6E86B6"/>
              </a:solidFill>
              <a:latin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3111237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AC3D23-886B-CA08-996C-E6954F0538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7B1C3-BBAD-23D2-6DC1-A45738863F20}"/>
              </a:ext>
            </a:extLst>
          </p:cNvPr>
          <p:cNvSpPr/>
          <p:nvPr/>
        </p:nvSpPr>
        <p:spPr>
          <a:xfrm>
            <a:off x="197475" y="472315"/>
            <a:ext cx="1864519" cy="845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TAKING WALMART DATASET FROM KAGGLE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E328FB-51C1-4944-0B2A-84AA6AFB0D36}"/>
              </a:ext>
            </a:extLst>
          </p:cNvPr>
          <p:cNvSpPr/>
          <p:nvPr/>
        </p:nvSpPr>
        <p:spPr>
          <a:xfrm>
            <a:off x="2479492" y="472314"/>
            <a:ext cx="1543049" cy="845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STATISTICAL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4A2EFC-C4E5-0220-47AA-5879796E45A2}"/>
              </a:ext>
            </a:extLst>
          </p:cNvPr>
          <p:cNvSpPr/>
          <p:nvPr/>
        </p:nvSpPr>
        <p:spPr>
          <a:xfrm>
            <a:off x="5050646" y="292465"/>
            <a:ext cx="1253912" cy="4986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STANDARD DEVIATION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F8193F-BE7A-6F1F-0572-300B6300A894}"/>
              </a:ext>
            </a:extLst>
          </p:cNvPr>
          <p:cNvSpPr/>
          <p:nvPr/>
        </p:nvSpPr>
        <p:spPr>
          <a:xfrm>
            <a:off x="5050646" y="1052735"/>
            <a:ext cx="1253912" cy="3913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MEAN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7ADD4A-301D-4282-C616-BF49C265B360}"/>
              </a:ext>
            </a:extLst>
          </p:cNvPr>
          <p:cNvSpPr/>
          <p:nvPr/>
        </p:nvSpPr>
        <p:spPr>
          <a:xfrm>
            <a:off x="5054271" y="1778433"/>
            <a:ext cx="1253912" cy="322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TURNOVER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0F1DB9-7680-EBCC-BE09-46864BDEA3AF}"/>
              </a:ext>
            </a:extLst>
          </p:cNvPr>
          <p:cNvSpPr/>
          <p:nvPr/>
        </p:nvSpPr>
        <p:spPr>
          <a:xfrm>
            <a:off x="7277270" y="625747"/>
            <a:ext cx="1669255" cy="5387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CO-EFFICIENT OF VARIATION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6AA120-6F20-32AD-DB98-2A79F9E1ADD4}"/>
              </a:ext>
            </a:extLst>
          </p:cNvPr>
          <p:cNvSpPr/>
          <p:nvPr/>
        </p:nvSpPr>
        <p:spPr>
          <a:xfrm>
            <a:off x="2446841" y="2255347"/>
            <a:ext cx="1608349" cy="8345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SEGMENTATION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200C85-447A-E6D8-D856-F03F9BEEBE2D}"/>
              </a:ext>
            </a:extLst>
          </p:cNvPr>
          <p:cNvSpPr/>
          <p:nvPr/>
        </p:nvSpPr>
        <p:spPr>
          <a:xfrm>
            <a:off x="903792" y="3700688"/>
            <a:ext cx="1543049" cy="8345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ABC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032B38-5F9D-EDAB-A917-9C176B5081EB}"/>
              </a:ext>
            </a:extLst>
          </p:cNvPr>
          <p:cNvSpPr/>
          <p:nvPr/>
        </p:nvSpPr>
        <p:spPr>
          <a:xfrm>
            <a:off x="4055190" y="3700688"/>
            <a:ext cx="1543049" cy="8345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DEMAND VARIABILITY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A55545-1AF4-D5FA-70ED-A1D1CD09880E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2061994" y="895099"/>
            <a:ext cx="41749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C5A43D-D8DA-3002-C302-C2364C919E9C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flipH="1">
            <a:off x="3251016" y="1317883"/>
            <a:ext cx="1" cy="9374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402DAE5-4527-9845-D60A-86E82B571410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4022541" y="895099"/>
            <a:ext cx="1028105" cy="3533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B4FCABB-0670-FD98-488B-82795CAFF15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022541" y="541773"/>
            <a:ext cx="1028105" cy="3533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839E80A1-C50D-18DF-1E46-71CD2B0E8F75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4022541" y="895099"/>
            <a:ext cx="1031730" cy="10444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5908E64-5735-34B2-1332-7F61FD12258B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6304558" y="895098"/>
            <a:ext cx="972712" cy="353326"/>
          </a:xfrm>
          <a:prstGeom prst="bentConnector3">
            <a:avLst>
              <a:gd name="adj1" fmla="val 279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5408462-DCA4-88BE-EF69-42EE3C2B77A5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6304558" y="541773"/>
            <a:ext cx="972712" cy="353325"/>
          </a:xfrm>
          <a:prstGeom prst="bentConnector3">
            <a:avLst>
              <a:gd name="adj1" fmla="val 279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484C73E-15EE-650A-A89F-C25EFD903F79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5400000">
            <a:off x="2157754" y="2607426"/>
            <a:ext cx="610826" cy="15756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843E830-CEFE-B6E0-19CE-55F6119DAC84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16200000" flipH="1">
            <a:off x="3733452" y="2607425"/>
            <a:ext cx="610826" cy="15756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E65F825-82FD-3B8E-79B9-2A377324FE73}"/>
              </a:ext>
            </a:extLst>
          </p:cNvPr>
          <p:cNvSpPr txBox="1"/>
          <p:nvPr/>
        </p:nvSpPr>
        <p:spPr>
          <a:xfrm>
            <a:off x="6552382" y="664123"/>
            <a:ext cx="780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std/mean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6FA9D459-F857-7DEE-5AC2-7B93E5AF1BAC}"/>
              </a:ext>
            </a:extLst>
          </p:cNvPr>
          <p:cNvCxnSpPr>
            <a:cxnSpLocks/>
            <a:stCxn id="8" idx="3"/>
            <a:endCxn id="11" idx="2"/>
          </p:cNvCxnSpPr>
          <p:nvPr/>
        </p:nvCxnSpPr>
        <p:spPr>
          <a:xfrm flipH="1">
            <a:off x="1675317" y="1939594"/>
            <a:ext cx="4632866" cy="2595609"/>
          </a:xfrm>
          <a:prstGeom prst="bentConnector4">
            <a:avLst>
              <a:gd name="adj1" fmla="val -4934"/>
              <a:gd name="adj2" fmla="val 1088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C533494-F7E6-C0FE-E518-087171914B4A}"/>
              </a:ext>
            </a:extLst>
          </p:cNvPr>
          <p:cNvCxnSpPr>
            <a:cxnSpLocks/>
            <a:stCxn id="9" idx="2"/>
            <a:endCxn id="12" idx="3"/>
          </p:cNvCxnSpPr>
          <p:nvPr/>
        </p:nvCxnSpPr>
        <p:spPr>
          <a:xfrm rot="5400000">
            <a:off x="5378321" y="1384368"/>
            <a:ext cx="2953497" cy="25136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41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9BCEF5-3515-8C81-E4DF-55EE90ACD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0" y="251968"/>
            <a:ext cx="8565358" cy="460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19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0B2643-74EB-DE08-B643-CC0F52A96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62" y="278607"/>
            <a:ext cx="8567075" cy="460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37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74893D-C77B-7628-BCFD-22D8536F4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7" y="814387"/>
            <a:ext cx="8022218" cy="347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33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29"/>
          <p:cNvSpPr txBox="1">
            <a:spLocks noGrp="1"/>
          </p:cNvSpPr>
          <p:nvPr>
            <p:ph type="ctrTitle" idx="4294967295"/>
          </p:nvPr>
        </p:nvSpPr>
        <p:spPr>
          <a:xfrm>
            <a:off x="-576498" y="1940099"/>
            <a:ext cx="8168158" cy="991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 b="1" dirty="0"/>
              <a:t>SEGMENTATION</a:t>
            </a:r>
            <a:endParaRPr sz="6500" b="1" dirty="0"/>
          </a:p>
        </p:txBody>
      </p:sp>
      <p:sp>
        <p:nvSpPr>
          <p:cNvPr id="2" name="Google Shape;809;p19">
            <a:extLst>
              <a:ext uri="{FF2B5EF4-FFF2-40B4-BE49-F238E27FC236}">
                <a16:creationId xmlns:a16="http://schemas.microsoft.com/office/drawing/2014/main" id="{78198D4F-E4D5-1251-A705-CD8CAB3A375C}"/>
              </a:ext>
            </a:extLst>
          </p:cNvPr>
          <p:cNvSpPr/>
          <p:nvPr/>
        </p:nvSpPr>
        <p:spPr>
          <a:xfrm>
            <a:off x="7328594" y="1492525"/>
            <a:ext cx="1408000" cy="2701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>
                <a:solidFill>
                  <a:srgbClr val="6E86B6"/>
                </a:solidFill>
                <a:latin typeface="Titillium Web"/>
              </a:rPr>
              <a:t>4</a:t>
            </a:r>
            <a:endParaRPr b="1" i="0" dirty="0">
              <a:ln>
                <a:noFill/>
              </a:ln>
              <a:solidFill>
                <a:srgbClr val="6E86B6"/>
              </a:solidFill>
              <a:latin typeface="Titillium Web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9"/>
          <p:cNvSpPr txBox="1">
            <a:spLocks noGrp="1"/>
          </p:cNvSpPr>
          <p:nvPr>
            <p:ph type="ctrTitle"/>
          </p:nvPr>
        </p:nvSpPr>
        <p:spPr>
          <a:xfrm>
            <a:off x="205382" y="211742"/>
            <a:ext cx="8795743" cy="6097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3600" b="1" dirty="0"/>
              <a:t>1.ABC ANALYSIS</a:t>
            </a:r>
            <a:br>
              <a:rPr lang="en-US" sz="3600" b="0" i="0" dirty="0">
                <a:solidFill>
                  <a:schemeClr val="bg1"/>
                </a:solidFill>
                <a:effectLst/>
                <a:latin typeface="Titillium Web ExtraLight" panose="00000300000000000000" pitchFamily="2" charset="0"/>
              </a:rPr>
            </a:br>
            <a:endParaRPr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B48CC-4F3D-B8B3-F475-83D849D78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5" y="942975"/>
            <a:ext cx="8001001" cy="390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44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AFFB6B-3E2B-611A-4024-CEE766DC0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201" y="396051"/>
            <a:ext cx="6195597" cy="4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66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9"/>
          <p:cNvSpPr txBox="1">
            <a:spLocks noGrp="1"/>
          </p:cNvSpPr>
          <p:nvPr>
            <p:ph type="ctrTitle"/>
          </p:nvPr>
        </p:nvSpPr>
        <p:spPr>
          <a:xfrm>
            <a:off x="205382" y="211742"/>
            <a:ext cx="8795743" cy="6097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3600" b="1" dirty="0"/>
              <a:t>2.DEMAND VARIABILITY</a:t>
            </a:r>
            <a:br>
              <a:rPr lang="en-US" sz="3600" b="0" i="0" dirty="0">
                <a:solidFill>
                  <a:schemeClr val="bg1"/>
                </a:solidFill>
                <a:effectLst/>
                <a:latin typeface="Titillium Web ExtraLight" panose="00000300000000000000" pitchFamily="2" charset="0"/>
              </a:rPr>
            </a:br>
            <a:endParaRPr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046BB5-00F0-5872-61EA-F076AE01B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280" y="919271"/>
            <a:ext cx="6886575" cy="413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6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F8330A-2320-34A6-9803-30C3EB343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580" y="1216760"/>
            <a:ext cx="6493671" cy="37492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CECD35-5433-4C36-B86E-995313170BD1}"/>
              </a:ext>
            </a:extLst>
          </p:cNvPr>
          <p:cNvSpPr txBox="1"/>
          <p:nvPr/>
        </p:nvSpPr>
        <p:spPr>
          <a:xfrm>
            <a:off x="1164219" y="177489"/>
            <a:ext cx="74223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A(with low CV)</a:t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Fortunately, most of the A SKUs have a quite stable demand;</a:t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won't be challenged by the most important SKUs.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427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F54F40D-4F6D-B3C8-78DE-A2267BEAB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9686"/>
            <a:ext cx="4168301" cy="2949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B55B85-E913-5F25-A5BF-503F72A09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831" y="1569686"/>
            <a:ext cx="4779144" cy="29497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A82780-7928-09F9-31C1-96FF564FD8EA}"/>
              </a:ext>
            </a:extLst>
          </p:cNvPr>
          <p:cNvSpPr txBox="1"/>
          <p:nvPr/>
        </p:nvSpPr>
        <p:spPr>
          <a:xfrm>
            <a:off x="135486" y="143393"/>
            <a:ext cx="42958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B (with high CV)</a:t>
            </a:r>
            <a:b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SKUs are in the stable area;</a:t>
            </a:r>
            <a:b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we still spend effort on ensuring optimal planning for the few references that have a high CV.</a:t>
            </a:r>
            <a:endParaRPr lang="en-IN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1ED2A-100C-3E9D-6922-62D4F74EA779}"/>
              </a:ext>
            </a:extLst>
          </p:cNvPr>
          <p:cNvSpPr txBox="1"/>
          <p:nvPr/>
        </p:nvSpPr>
        <p:spPr>
          <a:xfrm>
            <a:off x="4426684" y="143394"/>
            <a:ext cx="4581830" cy="1374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C (with very high CV)</a:t>
            </a:r>
            <a:b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of the SKUs have a high value of CV;</a:t>
            </a:r>
            <a:b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this kind of reference, a cause analysis would provide better results than a statistical approach for forecasting.</a:t>
            </a:r>
            <a:endParaRPr lang="en-IN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803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AA0A81-3296-7ADE-DFE6-B191B67E3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000" y="233594"/>
            <a:ext cx="7686000" cy="722725"/>
          </a:xfrm>
        </p:spPr>
        <p:txBody>
          <a:bodyPr/>
          <a:lstStyle/>
          <a:p>
            <a:r>
              <a:rPr lang="en-IN" sz="3600" dirty="0"/>
              <a:t>Conclusion</a:t>
            </a:r>
            <a:endParaRPr lang="en-IN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F727A-DDCE-2AD1-939A-102225D58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049" y="1073947"/>
            <a:ext cx="5632545" cy="3355178"/>
          </a:xfrm>
        </p:spPr>
        <p:txBody>
          <a:bodyPr/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operationally driven segmentation gives us a few insights into the challenges your operations will face for planning and managing the goods flows to meet your store's demand.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809;p19">
            <a:extLst>
              <a:ext uri="{FF2B5EF4-FFF2-40B4-BE49-F238E27FC236}">
                <a16:creationId xmlns:a16="http://schemas.microsoft.com/office/drawing/2014/main" id="{00912B43-9DD0-FF4E-FEEA-F589CF9E633A}"/>
              </a:ext>
            </a:extLst>
          </p:cNvPr>
          <p:cNvSpPr/>
          <p:nvPr/>
        </p:nvSpPr>
        <p:spPr>
          <a:xfrm>
            <a:off x="7241579" y="1125129"/>
            <a:ext cx="1408000" cy="2701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>
                <a:solidFill>
                  <a:srgbClr val="6E86B6"/>
                </a:solidFill>
                <a:latin typeface="Titillium Web"/>
              </a:rPr>
              <a:t>5</a:t>
            </a:r>
            <a:endParaRPr b="1" i="0" dirty="0">
              <a:ln>
                <a:noFill/>
              </a:ln>
              <a:solidFill>
                <a:srgbClr val="6E86B6"/>
              </a:solidFill>
              <a:latin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17174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7"/>
          <p:cNvSpPr txBox="1">
            <a:spLocks noGrp="1"/>
          </p:cNvSpPr>
          <p:nvPr>
            <p:ph type="title"/>
          </p:nvPr>
        </p:nvSpPr>
        <p:spPr>
          <a:xfrm>
            <a:off x="1254272" y="1870681"/>
            <a:ext cx="7760928" cy="140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 dirty="0"/>
              <a:t>THANK YOU!</a:t>
            </a:r>
            <a:endParaRPr sz="9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aliard template">
  <a:themeElements>
    <a:clrScheme name="Custom 347">
      <a:dk1>
        <a:srgbClr val="34373D"/>
      </a:dk1>
      <a:lt1>
        <a:srgbClr val="FFFFFF"/>
      </a:lt1>
      <a:dk2>
        <a:srgbClr val="CDD2DB"/>
      </a:dk2>
      <a:lt2>
        <a:srgbClr val="6A7486"/>
      </a:lt2>
      <a:accent1>
        <a:srgbClr val="465573"/>
      </a:accent1>
      <a:accent2>
        <a:srgbClr val="6E86B6"/>
      </a:accent2>
      <a:accent3>
        <a:srgbClr val="ACBFE6"/>
      </a:accent3>
      <a:accent4>
        <a:srgbClr val="91C05E"/>
      </a:accent4>
      <a:accent5>
        <a:srgbClr val="ACCC88"/>
      </a:accent5>
      <a:accent6>
        <a:srgbClr val="E2F8CB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478</Words>
  <Application>Microsoft Office PowerPoint</Application>
  <PresentationFormat>On-screen Show (16:9)</PresentationFormat>
  <Paragraphs>62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Calibri</vt:lpstr>
      <vt:lpstr>Titillium Web ExtraLight</vt:lpstr>
      <vt:lpstr>Times New Roman</vt:lpstr>
      <vt:lpstr>Arial</vt:lpstr>
      <vt:lpstr>Sitka Text</vt:lpstr>
      <vt:lpstr>Titillium Web</vt:lpstr>
      <vt:lpstr>Thaliard template</vt:lpstr>
      <vt:lpstr>PRODUCT SEGMENTATION FOR RETAIL STORES</vt:lpstr>
      <vt:lpstr>Team Members (Group -3)</vt:lpstr>
      <vt:lpstr>PowerPoint Presentation</vt:lpstr>
      <vt:lpstr>PROBLEM STATEMENT</vt:lpstr>
      <vt:lpstr>SCOPE ANALYSIS</vt:lpstr>
      <vt:lpstr>PowerPoint Presentation</vt:lpstr>
      <vt:lpstr>OBJECTIVE</vt:lpstr>
      <vt:lpstr>PowerPoint Presentation</vt:lpstr>
      <vt:lpstr>PowerPoint Presentation</vt:lpstr>
      <vt:lpstr>PowerPoint Presentation</vt:lpstr>
      <vt:lpstr>PowerPoint Presentation</vt:lpstr>
      <vt:lpstr>SEGMENTATION</vt:lpstr>
      <vt:lpstr>1.ABC ANALYSIS </vt:lpstr>
      <vt:lpstr>PowerPoint Presentation</vt:lpstr>
      <vt:lpstr>2.DEMAND VARIABILITY </vt:lpstr>
      <vt:lpstr>PowerPoint Presentation</vt:lpstr>
      <vt:lpstr>PowerPoint Presentation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SEGMENTATION FOR RETAIL STORES</dc:title>
  <cp:lastModifiedBy>sree reddy</cp:lastModifiedBy>
  <cp:revision>17</cp:revision>
  <dcterms:modified xsi:type="dcterms:W3CDTF">2022-11-15T15:01:27Z</dcterms:modified>
</cp:coreProperties>
</file>